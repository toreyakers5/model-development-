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2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6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1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3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1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63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64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0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2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6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169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8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6551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13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02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7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CF2E9-8F06-48E4-9AAC-45D7A74488A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3BDA2C6-CB3E-49BB-A198-0540F0B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6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4F7A-BC76-2A4A-1497-5AF07F063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algorithms.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5F721-3240-DB8F-D5FD-7DB736EB1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Torey Akers </a:t>
            </a:r>
          </a:p>
        </p:txBody>
      </p:sp>
    </p:spTree>
    <p:extLst>
      <p:ext uri="{BB962C8B-B14F-4D97-AF65-F5344CB8AC3E}">
        <p14:creationId xmlns:p14="http://schemas.microsoft.com/office/powerpoint/2010/main" val="409263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D033-2226-390A-51B3-ADA3682D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AAF67-DEE2-9907-EA04-1B22941D8B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Liner regression is a supervised learning algorithm that is used for predicting continuous numerical values. </a:t>
            </a:r>
          </a:p>
          <a:p>
            <a:r>
              <a:rPr lang="en-US" dirty="0"/>
              <a:t>This is accomplished by fitting a straight line directly to the data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477DF-C150-B358-177B-751F6CF174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Domains:</a:t>
            </a:r>
            <a:r>
              <a:rPr lang="en-US" dirty="0"/>
              <a:t> Tabular Data</a:t>
            </a:r>
          </a:p>
        </p:txBody>
      </p:sp>
    </p:spTree>
    <p:extLst>
      <p:ext uri="{BB962C8B-B14F-4D97-AF65-F5344CB8AC3E}">
        <p14:creationId xmlns:p14="http://schemas.microsoft.com/office/powerpoint/2010/main" val="238073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D0BD-2260-A729-FAE5-7DEFDFD8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E5C7C-2E21-27EC-2B31-EB1B3E8A23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 Supervised learning algorithm that is used to predict categorical outcomes. This is accomplished by using the logistic function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787FC-F4EC-68AA-FC2C-2C42264F0C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Domains:</a:t>
            </a:r>
            <a:r>
              <a:rPr lang="en-US" dirty="0"/>
              <a:t> Tabular Data, NLP</a:t>
            </a:r>
          </a:p>
        </p:txBody>
      </p:sp>
    </p:spTree>
    <p:extLst>
      <p:ext uri="{BB962C8B-B14F-4D97-AF65-F5344CB8AC3E}">
        <p14:creationId xmlns:p14="http://schemas.microsoft.com/office/powerpoint/2010/main" val="195901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4BA7-50E5-ACF7-9F59-4F583AA7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8AE24-11D7-CDE3-5430-AECA9ED377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Supervised learning algorithm where data is split into branches based on feature values. </a:t>
            </a:r>
          </a:p>
          <a:p>
            <a:r>
              <a:rPr lang="en-US" dirty="0"/>
              <a:t>An interpretable tree structure is created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05132-D896-215C-F946-3E1B968F9C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Domains:</a:t>
            </a:r>
            <a:r>
              <a:rPr lang="en-US" dirty="0"/>
              <a:t> Tabular Data, Computer Vision </a:t>
            </a:r>
          </a:p>
        </p:txBody>
      </p:sp>
    </p:spTree>
    <p:extLst>
      <p:ext uri="{BB962C8B-B14F-4D97-AF65-F5344CB8AC3E}">
        <p14:creationId xmlns:p14="http://schemas.microsoft.com/office/powerpoint/2010/main" val="108991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9A6C-D93D-312F-AA03-F182FF68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B314-FA45-541D-F8E5-C0D4B31EC8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Builds a decision tree and averages the tree predictions to improve accuracy and reduce overfitting.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FBAEC-EF97-B985-6E9E-283966558C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Domains:</a:t>
            </a:r>
            <a:endParaRPr lang="en-US" dirty="0"/>
          </a:p>
          <a:p>
            <a:r>
              <a:rPr lang="en-US" dirty="0">
                <a:effectLst/>
              </a:rPr>
              <a:t>Tabular Data </a:t>
            </a:r>
            <a:endParaRPr lang="en-US" dirty="0"/>
          </a:p>
          <a:p>
            <a:r>
              <a:rPr lang="en-US" dirty="0">
                <a:effectLst/>
              </a:rPr>
              <a:t>Computer Vision </a:t>
            </a:r>
            <a:endParaRPr lang="en-US" dirty="0"/>
          </a:p>
          <a:p>
            <a:r>
              <a:rPr lang="en-US" dirty="0">
                <a:effectLst/>
              </a:rPr>
              <a:t>NLP </a:t>
            </a:r>
          </a:p>
          <a:p>
            <a:r>
              <a:rPr lang="en-US" dirty="0">
                <a:effectLst/>
              </a:rPr>
              <a:t>Generative AI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73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4AB7-23A3-35BF-5656-FAD30C89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 (SVM)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08B2-FF0A-B993-648B-D2B04B5000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Supervised learning algorithm that finds optimal boundaries. It separates the classes in high dimensional spaces.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96495-A492-AC3D-8C5E-49425220B7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b="1" dirty="0"/>
              <a:t>Domain:</a:t>
            </a:r>
            <a:r>
              <a:rPr lang="fr-FR" dirty="0"/>
              <a:t> </a:t>
            </a:r>
            <a:r>
              <a:rPr lang="fr-FR" dirty="0" err="1"/>
              <a:t>Tabular</a:t>
            </a:r>
            <a:r>
              <a:rPr lang="fr-FR" dirty="0"/>
              <a:t> Data, Computer Vision, NLP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190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133B-F6EC-6C1C-FAF3-633601CF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K‑Means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0553B-4037-D7F6-58B0-590741F360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Unsupervised learning algorithm that groups data into clusters based on similarities, K clusters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F3EA3-9648-1255-1422-5C883BFBC4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b="1" dirty="0" err="1"/>
              <a:t>Domains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err="1"/>
              <a:t>Tabular</a:t>
            </a:r>
            <a:r>
              <a:rPr lang="fr-FR" dirty="0"/>
              <a:t> Data, Computer Vision, NLP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70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9091-1D4A-AF16-77FE-D2A2D3E1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CE528-1EC0-A7F1-A503-DF1E6FAD2B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Unsupervised dimensionality reductions technique. </a:t>
            </a:r>
          </a:p>
          <a:p>
            <a:r>
              <a:rPr lang="en-US" dirty="0"/>
              <a:t>Transform data into principals' components and captures the most variances.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E6247-10F0-E1A2-A8AA-747DAAA64C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b="1" dirty="0" err="1"/>
              <a:t>Domains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err="1"/>
              <a:t>Tabular</a:t>
            </a:r>
            <a:r>
              <a:rPr lang="fr-FR" dirty="0"/>
              <a:t> Data, Computer Vision, NLP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79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C09D-9176-DD45-7284-0AA2CB20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DFC74-D91C-CD9F-BE4B-B008F64C47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Probabilistic classifier that is based on Bayes theorem. </a:t>
            </a:r>
          </a:p>
          <a:p>
            <a:r>
              <a:rPr lang="en-US" dirty="0"/>
              <a:t>It assumes independence between features, and it mostly used in text classification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18212-889F-2879-E67B-7680AD2503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Domain </a:t>
            </a:r>
          </a:p>
          <a:p>
            <a:r>
              <a:rPr lang="en-US" dirty="0"/>
              <a:t>NLP, Tabular Data</a:t>
            </a:r>
          </a:p>
        </p:txBody>
      </p:sp>
    </p:spTree>
    <p:extLst>
      <p:ext uri="{BB962C8B-B14F-4D97-AF65-F5344CB8AC3E}">
        <p14:creationId xmlns:p14="http://schemas.microsoft.com/office/powerpoint/2010/main" val="4000357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D01C-4DA6-0804-3047-0B0CE263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k‑Nearest Neighbors (k‑NN)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3CCE-3FA4-0720-0654-5848A0CF1D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Supervised learning algorithm that classifies new samples based. </a:t>
            </a:r>
          </a:p>
          <a:p>
            <a:r>
              <a:rPr lang="en-US" dirty="0"/>
              <a:t>New samples are based on the majority class among their neatest neighbor.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2B1AD-ED64-6537-FD52-11802C45C2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b="1" dirty="0" err="1"/>
              <a:t>Domains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err="1"/>
              <a:t>Tabular</a:t>
            </a:r>
            <a:r>
              <a:rPr lang="fr-FR" dirty="0"/>
              <a:t> Data, Computer Vision, NLP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95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495A-85FE-4DBC-1760-8922538F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465E-1042-D8E4-C48C-1F2206BA65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Superviesed</a:t>
            </a:r>
            <a:r>
              <a:rPr lang="en-US" dirty="0"/>
              <a:t> learning algorithm that is attempts to mimic the human </a:t>
            </a:r>
            <a:r>
              <a:rPr lang="en-US" dirty="0" err="1"/>
              <a:t>brian</a:t>
            </a:r>
            <a:r>
              <a:rPr lang="en-US" dirty="0"/>
              <a:t>. </a:t>
            </a:r>
          </a:p>
          <a:p>
            <a:r>
              <a:rPr lang="en-US" dirty="0"/>
              <a:t>Able to models complex nonlinear relationships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6B4B4-B2F3-1BC5-5A32-D01D5B5FEF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Domains: </a:t>
            </a:r>
            <a:r>
              <a:rPr lang="en-US" dirty="0"/>
              <a:t>NLP</a:t>
            </a:r>
          </a:p>
        </p:txBody>
      </p:sp>
    </p:spTree>
    <p:extLst>
      <p:ext uri="{BB962C8B-B14F-4D97-AF65-F5344CB8AC3E}">
        <p14:creationId xmlns:p14="http://schemas.microsoft.com/office/powerpoint/2010/main" val="13983595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</TotalTime>
  <Words>310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Machine learning algorithms.  </vt:lpstr>
      <vt:lpstr>Linear Regression</vt:lpstr>
      <vt:lpstr>Logistic Regression</vt:lpstr>
      <vt:lpstr>Decision Trees</vt:lpstr>
      <vt:lpstr>Random Forest</vt:lpstr>
      <vt:lpstr>Support Vector Machines (SVM)</vt:lpstr>
      <vt:lpstr>K‑Means Clustering</vt:lpstr>
      <vt:lpstr>Principal Component Analysis (PCA)</vt:lpstr>
      <vt:lpstr>Naïve Bayes</vt:lpstr>
      <vt:lpstr>k‑Nearest Neighbors (k‑NN)</vt:lpstr>
      <vt:lpstr>Neural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Torey Akers</dc:creator>
  <cp:lastModifiedBy>Torey Akers</cp:lastModifiedBy>
  <cp:revision>1</cp:revision>
  <dcterms:created xsi:type="dcterms:W3CDTF">2026-04-23T00:57:51Z</dcterms:created>
  <dcterms:modified xsi:type="dcterms:W3CDTF">2026-04-23T03:29:29Z</dcterms:modified>
</cp:coreProperties>
</file>