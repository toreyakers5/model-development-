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63" r:id="rId2"/>
    <p:sldId id="257" r:id="rId3"/>
    <p:sldId id="258" r:id="rId4"/>
    <p:sldId id="259" r:id="rId5"/>
    <p:sldId id="260" r:id="rId6"/>
    <p:sldId id="261" r:id="rId7"/>
    <p:sldId id="262" r:id="rId8"/>
    <p:sldId id="256"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48" d="100"/>
          <a:sy n="48" d="100"/>
        </p:scale>
        <p:origin x="67" y="7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0:07.027"/>
    </inkml:context>
    <inkml:brush xml:id="br0">
      <inkml:brushProperty name="width" value="0.035" units="cm"/>
      <inkml:brushProperty name="height" value="0.035" units="cm"/>
    </inkml:brush>
  </inkml:definitions>
  <inkml:trace contextRef="#ctx0" brushRef="#br0">0 0 24136,'2807'803'0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0:38.325"/>
    </inkml:context>
    <inkml:brush xml:id="br0">
      <inkml:brushProperty name="width" value="0.035" units="cm"/>
      <inkml:brushProperty name="height" value="0.035" units="cm"/>
    </inkml:brush>
  </inkml:definitions>
  <inkml:trace contextRef="#ctx0" brushRef="#br0">1 13 23619,'3565'0'0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0:47.984"/>
    </inkml:context>
    <inkml:brush xml:id="br0">
      <inkml:brushProperty name="width" value="0.035" units="cm"/>
      <inkml:brushProperty name="height" value="0.035" units="cm"/>
    </inkml:brush>
  </inkml:definitions>
  <inkml:trace contextRef="#ctx0" brushRef="#br0">0 0 24063,'847'0'0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1:37.491"/>
    </inkml:context>
    <inkml:brush xml:id="br0">
      <inkml:brushProperty name="width" value="0.035" units="cm"/>
      <inkml:brushProperty name="height" value="0.035" units="cm"/>
    </inkml:brush>
  </inkml:definitions>
  <inkml:trace contextRef="#ctx0" brushRef="#br0">1 535 24390,'3564'-534'0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1:41.569"/>
    </inkml:context>
    <inkml:brush xml:id="br0">
      <inkml:brushProperty name="width" value="0.035" units="cm"/>
      <inkml:brushProperty name="height" value="0.035" units="cm"/>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1:43.284"/>
    </inkml:context>
    <inkml:brush xml:id="br0">
      <inkml:brushProperty name="width" value="0.035" units="cm"/>
      <inkml:brushProperty name="height" value="0.035" units="cm"/>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1:57.888"/>
    </inkml:context>
    <inkml:brush xml:id="br0">
      <inkml:brushProperty name="width" value="0.035" units="cm"/>
      <inkml:brushProperty name="height" value="0.035" units="cm"/>
    </inkml:brush>
  </inkml:definitions>
  <inkml:trace contextRef="#ctx0" brushRef="#br0">1 1872 24408,'3654'-1871'0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2:09.030"/>
    </inkml:context>
    <inkml:brush xml:id="br0">
      <inkml:brushProperty name="width" value="0.035" units="cm"/>
      <inkml:brushProperty name="height" value="0.035" units="cm"/>
    </inkml:brush>
  </inkml:definitions>
  <inkml:trace contextRef="#ctx0" brushRef="#br0">0 4173 24418,'3709'-4172'0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2:21.336"/>
    </inkml:context>
    <inkml:brush xml:id="br0">
      <inkml:brushProperty name="width" value="0.035" units="cm"/>
      <inkml:brushProperty name="height" value="0.035" units="cm"/>
    </inkml:brush>
  </inkml:definitions>
  <inkml:trace contextRef="#ctx0" brushRef="#br0">0 0 24481,'4234'3744'0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2:31.709"/>
    </inkml:context>
    <inkml:brush xml:id="br0">
      <inkml:brushProperty name="width" value="0.035" units="cm"/>
      <inkml:brushProperty name="height" value="0.035" units="cm"/>
    </inkml:brush>
  </inkml:definitions>
  <inkml:trace contextRef="#ctx0" brushRef="#br0">0 0 24499,'4858'7487'0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2:43.298"/>
    </inkml:context>
    <inkml:brush xml:id="br0">
      <inkml:brushProperty name="width" value="0.035" units="cm"/>
      <inkml:brushProperty name="height" value="0.035" units="cm"/>
    </inkml:brush>
  </inkml:definitions>
  <inkml:trace contextRef="#ctx0" brushRef="#br0">0 230 24575,'0'-8'0,"0"-10"0,8-2 0,2-5 0,7 2 0,0-3 0,-2-5 0,4 3 0,7 7 0,5 6 0,6 7 0,4 3 0,-5 4-8191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2:52.126"/>
    </inkml:context>
    <inkml:brush xml:id="br0">
      <inkml:brushProperty name="width" value="0.035" units="cm"/>
      <inkml:brushProperty name="height" value="0.035" units="cm"/>
    </inkml:brush>
  </inkml:definitions>
  <inkml:trace contextRef="#ctx0" brushRef="#br0">1 0 24407,'3831'714'0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3:00.884"/>
    </inkml:context>
    <inkml:brush xml:id="br0">
      <inkml:brushProperty name="width" value="0.035" units="cm"/>
      <inkml:brushProperty name="height" value="0.035" units="cm"/>
    </inkml:brush>
  </inkml:definitions>
  <inkml:trace contextRef="#ctx0" brushRef="#br0">1 5391 24449,'3744'-5391'0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3:36.952"/>
    </inkml:context>
    <inkml:brush xml:id="br0">
      <inkml:brushProperty name="width" value="0.035" units="cm"/>
      <inkml:brushProperty name="height" value="0.035" units="cm"/>
    </inkml:brush>
  </inkml:definitions>
  <inkml:trace contextRef="#ctx0" brushRef="#br0">1 0 24575,'0'0'0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3:52.674"/>
    </inkml:context>
    <inkml:brush xml:id="br0">
      <inkml:brushProperty name="width" value="0.035" units="cm"/>
      <inkml:brushProperty name="height" value="0.035" units="cm"/>
    </inkml:brush>
  </inkml:definitions>
  <inkml:trace contextRef="#ctx0" brushRef="#br0">1 0 24379,'3564'447'0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4:22.098"/>
    </inkml:context>
    <inkml:brush xml:id="br0">
      <inkml:brushProperty name="width" value="0.035" units="cm"/>
      <inkml:brushProperty name="height" value="0.035" units="cm"/>
    </inkml:brush>
  </inkml:definitions>
  <inkml:trace contextRef="#ctx0" brushRef="#br0">4769 6462 24478,'-4768'-6461'0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4:55.302"/>
    </inkml:context>
    <inkml:brush xml:id="br0">
      <inkml:brushProperty name="width" value="0.035" units="cm"/>
      <inkml:brushProperty name="height" value="0.035" units="cm"/>
    </inkml:brush>
  </inkml:definitions>
  <inkml:trace contextRef="#ctx0" brushRef="#br0">1 2139 24499,'3653'-2138'0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5:11.504"/>
    </inkml:context>
    <inkml:brush xml:id="br0">
      <inkml:brushProperty name="width" value="0.035" units="cm"/>
      <inkml:brushProperty name="height" value="0.035" units="cm"/>
    </inkml:brush>
  </inkml:definitions>
  <inkml:trace contextRef="#ctx0" brushRef="#br0">1 2941 24454,'3386'-2940'0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5:35.167"/>
    </inkml:context>
    <inkml:brush xml:id="br0">
      <inkml:brushProperty name="width" value="0.035" units="cm"/>
      <inkml:brushProperty name="height" value="0.035" units="cm"/>
    </inkml:brush>
  </inkml:definitions>
  <inkml:trace contextRef="#ctx0" brushRef="#br0">0 0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5:40.079"/>
    </inkml:context>
    <inkml:brush xml:id="br0">
      <inkml:brushProperty name="width" value="0.035" units="cm"/>
      <inkml:brushProperty name="height" value="0.035" units="cm"/>
    </inkml:brush>
  </inkml:definitions>
  <inkml:trace contextRef="#ctx0" brushRef="#br0">0 1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9:16.293"/>
    </inkml:context>
    <inkml:brush xml:id="br0">
      <inkml:brushProperty name="width" value="0.035" units="cm"/>
      <inkml:brushProperty name="height" value="0.035" units="cm"/>
    </inkml:brush>
  </inkml:definitions>
  <inkml:trace contextRef="#ctx0" brushRef="#br0">1 2227 24468,'1916'-2227'0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9:23.851"/>
    </inkml:context>
    <inkml:brush xml:id="br0">
      <inkml:brushProperty name="width" value="0.035" units="cm"/>
      <inkml:brushProperty name="height" value="0.035" units="cm"/>
    </inkml:brush>
  </inkml:definitions>
  <inkml:trace contextRef="#ctx0" brushRef="#br0">0 0 24575,'0'0'0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9:26.584"/>
    </inkml:context>
    <inkml:brush xml:id="br0">
      <inkml:brushProperty name="width" value="0.035" units="cm"/>
      <inkml:brushProperty name="height" value="0.035" units="cm"/>
    </inkml:brush>
  </inkml:definitions>
  <inkml:trace contextRef="#ctx0" brushRef="#br0">1 5794 24213,'1737'-5793'0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9:39.740"/>
    </inkml:context>
    <inkml:brush xml:id="br0">
      <inkml:brushProperty name="width" value="0.035" units="cm"/>
      <inkml:brushProperty name="height" value="0.035" units="cm"/>
    </inkml:brush>
  </inkml:definitions>
  <inkml:trace contextRef="#ctx0" brushRef="#br0">0 0 23740,'1293'0'0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9:51.645"/>
    </inkml:context>
    <inkml:brush xml:id="br0">
      <inkml:brushProperty name="width" value="0.035" units="cm"/>
      <inkml:brushProperty name="height" value="0.035" units="cm"/>
    </inkml:brush>
  </inkml:definitions>
  <inkml:trace contextRef="#ctx0" brushRef="#br0">1 0 24387,'1737'2005'0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29:59.855"/>
    </inkml:context>
    <inkml:brush xml:id="br0">
      <inkml:brushProperty name="width" value="0.035" units="cm"/>
      <inkml:brushProperty name="height" value="0.035" units="cm"/>
    </inkml:brush>
  </inkml:definitions>
  <inkml:trace contextRef="#ctx0" brushRef="#br0">0 6017 24509,'2007'-6016'0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0:11.378"/>
    </inkml:context>
    <inkml:brush xml:id="br0">
      <inkml:brushProperty name="width" value="0.035" units="cm"/>
      <inkml:brushProperty name="height" value="0.035" units="cm"/>
    </inkml:brush>
  </inkml:definitions>
  <inkml:trace contextRef="#ctx0" brushRef="#br0">0 0 24375,'1782'132'0,"-1959"-238"0,354 212 0,-368-28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0:26.566"/>
    </inkml:context>
    <inkml:brush xml:id="br0">
      <inkml:brushProperty name="width" value="0.035" units="cm"/>
      <inkml:brushProperty name="height" value="0.035" units="cm"/>
    </inkml:brush>
  </inkml:definitions>
  <inkml:trace contextRef="#ctx0" brushRef="#br0">0 2718 24480,'2184'-2717'0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0:29.791"/>
    </inkml:context>
    <inkml:brush xml:id="br0">
      <inkml:brushProperty name="width" value="0.035" units="cm"/>
      <inkml:brushProperty name="height" value="0.035" units="cm"/>
    </inkml:brush>
  </inkml:definitions>
  <inkml:trace contextRef="#ctx0" brushRef="#br0">0 0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0:31.976"/>
    </inkml:context>
    <inkml:brush xml:id="br0">
      <inkml:brushProperty name="width" value="0.035" units="cm"/>
      <inkml:brushProperty name="height" value="0.035" units="cm"/>
    </inkml:brush>
  </inkml:definitions>
  <inkml:trace contextRef="#ctx0" brushRef="#br0">1 1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1:16.837"/>
    </inkml:context>
    <inkml:brush xml:id="br0">
      <inkml:brushProperty name="width" value="0.035" units="cm"/>
      <inkml:brushProperty name="height" value="0.035" units="cm"/>
    </inkml:brush>
  </inkml:definitions>
  <inkml:trace contextRef="#ctx0" brushRef="#br0">0 1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1:21.517"/>
    </inkml:context>
    <inkml:brush xml:id="br0">
      <inkml:brushProperty name="width" value="0.035" units="cm"/>
      <inkml:brushProperty name="height" value="0.035" units="cm"/>
    </inkml:brush>
  </inkml:definitions>
  <inkml:trace contextRef="#ctx0" brushRef="#br0">0 0 24386,'2051'2495'0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1:32.107"/>
    </inkml:context>
    <inkml:brush xml:id="br0">
      <inkml:brushProperty name="width" value="0.035" units="cm"/>
      <inkml:brushProperty name="height" value="0.035" units="cm"/>
    </inkml:brush>
  </inkml:definitions>
  <inkml:trace contextRef="#ctx0" brushRef="#br0">0 0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1:32.275"/>
    </inkml:context>
    <inkml:brush xml:id="br0">
      <inkml:brushProperty name="width" value="0.035" units="cm"/>
      <inkml:brushProperty name="height" value="0.035" units="cm"/>
    </inkml:brush>
  </inkml:definitions>
  <inkml:trace contextRef="#ctx0" brushRef="#br0">0 0 24575,'0'0'-8191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1:42.514"/>
    </inkml:context>
    <inkml:brush xml:id="br0">
      <inkml:brushProperty name="width" value="0.035" units="cm"/>
      <inkml:brushProperty name="height" value="0.035" units="cm"/>
    </inkml:brush>
  </inkml:definitions>
  <inkml:trace contextRef="#ctx0" brushRef="#br0">1 0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1:58.502"/>
    </inkml:context>
    <inkml:brush xml:id="br0">
      <inkml:brushProperty name="width" value="0.035" units="cm"/>
      <inkml:brushProperty name="height" value="0.035" units="cm"/>
    </inkml:brush>
  </inkml:definitions>
  <inkml:trace contextRef="#ctx0" brushRef="#br0">0 0 24000,'2006'0'0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2:06.194"/>
    </inkml:context>
    <inkml:brush xml:id="br0">
      <inkml:brushProperty name="width" value="0.035" units="cm"/>
      <inkml:brushProperty name="height" value="0.035" units="cm"/>
    </inkml:brush>
  </inkml:definitions>
  <inkml:trace contextRef="#ctx0" brushRef="#br0">1 1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2:16.735"/>
    </inkml:context>
    <inkml:brush xml:id="br0">
      <inkml:brushProperty name="width" value="0.035" units="cm"/>
      <inkml:brushProperty name="height" value="0.035" units="cm"/>
    </inkml:brush>
  </inkml:definitions>
  <inkml:trace contextRef="#ctx0" brushRef="#br0">0 0 24455,'2274'2942'0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2:28.209"/>
    </inkml:context>
    <inkml:brush xml:id="br0">
      <inkml:brushProperty name="width" value="0.035" units="cm"/>
      <inkml:brushProperty name="height" value="0.035" units="cm"/>
    </inkml:brush>
  </inkml:definitions>
  <inkml:trace contextRef="#ctx0" brushRef="#br0">0 0 24575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3:05.428"/>
    </inkml:context>
    <inkml:brush xml:id="br0">
      <inkml:brushProperty name="width" value="0.035" units="cm"/>
      <inkml:brushProperty name="height" value="0.035" units="cm"/>
    </inkml:brush>
  </inkml:definitions>
  <inkml:trace contextRef="#ctx0" brushRef="#br0">0 1 24391,'2540'6282'0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3:52.271"/>
    </inkml:context>
    <inkml:brush xml:id="br0">
      <inkml:brushProperty name="width" value="0.035" units="cm"/>
      <inkml:brushProperty name="height" value="0.035" units="cm"/>
    </inkml:brush>
  </inkml:definitions>
  <inkml:trace contextRef="#ctx0" brushRef="#br0">3831 1337 24265,'-3831'-1337'0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4:16.183"/>
    </inkml:context>
    <inkml:brush xml:id="br0">
      <inkml:brushProperty name="width" value="0.035" units="cm"/>
      <inkml:brushProperty name="height" value="0.035" units="cm"/>
    </inkml:brush>
  </inkml:definitions>
  <inkml:trace contextRef="#ctx0" brushRef="#br0">1 2495 24385,'3832'-2495'0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4:23.461"/>
    </inkml:context>
    <inkml:brush xml:id="br0">
      <inkml:brushProperty name="width" value="0.035" units="cm"/>
      <inkml:brushProperty name="height" value="0.035" units="cm"/>
    </inkml:brush>
  </inkml:definitions>
  <inkml:trace contextRef="#ctx0" brushRef="#br0">1 6328 24375,'4410'-6328'0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4:38.131"/>
    </inkml:context>
    <inkml:brush xml:id="br0">
      <inkml:brushProperty name="width" value="0.035" units="cm"/>
      <inkml:brushProperty name="height" value="0.035" units="cm"/>
    </inkml:brush>
  </inkml:definitions>
  <inkml:trace contextRef="#ctx0" brushRef="#br0">1 4 24347,'3432'0'0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5:00.694"/>
    </inkml:context>
    <inkml:brush xml:id="br0">
      <inkml:brushProperty name="width" value="0.035" units="cm"/>
      <inkml:brushProperty name="height" value="0.035" units="cm"/>
    </inkml:brush>
  </inkml:definitions>
  <inkml:trace contextRef="#ctx0" brushRef="#br0">1 0 24406,'4213'4214'0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5:13.533"/>
    </inkml:context>
    <inkml:brush xml:id="br0">
      <inkml:brushProperty name="width" value="0.035" units="cm"/>
      <inkml:brushProperty name="height" value="0.035" units="cm"/>
    </inkml:brush>
  </inkml:definitions>
  <inkml:trace contextRef="#ctx0" brushRef="#br0">1 3520 24293,'4325'-3519'0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5:55.464"/>
    </inkml:context>
    <inkml:brush xml:id="br0">
      <inkml:brushProperty name="width" value="0.035" units="cm"/>
      <inkml:brushProperty name="height" value="0.035" units="cm"/>
    </inkml:brush>
  </inkml:definitions>
  <inkml:trace contextRef="#ctx0" brushRef="#br0">0 0 24575,'0'0'-8191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5:58.461"/>
    </inkml:context>
    <inkml:brush xml:id="br0">
      <inkml:brushProperty name="width" value="0.035" units="cm"/>
      <inkml:brushProperty name="height" value="0.035" units="cm"/>
    </inkml:brush>
  </inkml:definitions>
  <inkml:trace contextRef="#ctx0" brushRef="#br0">1 4657 24318,'4657'-4657'0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6:39.625"/>
    </inkml:context>
    <inkml:brush xml:id="br0">
      <inkml:brushProperty name="width" value="0.035" units="cm"/>
      <inkml:brushProperty name="height" value="0.035" units="cm"/>
    </inkml:brush>
  </inkml:definitions>
  <inkml:trace contextRef="#ctx0" brushRef="#br0">1 758 24063,'3520'-758'0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7:06.486"/>
    </inkml:context>
    <inkml:brush xml:id="br0">
      <inkml:brushProperty name="width" value="0.035" units="cm"/>
      <inkml:brushProperty name="height" value="0.035" units="cm"/>
    </inkml:brush>
  </inkml:definitions>
  <inkml:trace contextRef="#ctx0" brushRef="#br0">1 1 24424,'4143'2541'0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7:22.271"/>
    </inkml:context>
    <inkml:brush xml:id="br0">
      <inkml:brushProperty name="width" value="0.035" units="cm"/>
      <inkml:brushProperty name="height" value="0.035" units="cm"/>
    </inkml:brush>
  </inkml:definitions>
  <inkml:trace contextRef="#ctx0" brushRef="#br0">0 0 24575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9T03:37:34.142"/>
    </inkml:context>
    <inkml:brush xml:id="br0">
      <inkml:brushProperty name="width" value="0.035" units="cm"/>
      <inkml:brushProperty name="height" value="0.035" units="cm"/>
    </inkml:brush>
  </inkml:definitions>
  <inkml:trace contextRef="#ctx0" brushRef="#br0">1 53 24316,'4370'0'0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89EB9E-E3A8-493E-B978-AC42DAF80F30}"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8CCF884C-11D8-4DE0-A16D-1CDDF8B9B921}" type="slidenum">
              <a:rPr lang="en-US" smtClean="0"/>
              <a:t>‹#›</a:t>
            </a:fld>
            <a:endParaRPr lang="en-US"/>
          </a:p>
        </p:txBody>
      </p:sp>
    </p:spTree>
    <p:extLst>
      <p:ext uri="{BB962C8B-B14F-4D97-AF65-F5344CB8AC3E}">
        <p14:creationId xmlns:p14="http://schemas.microsoft.com/office/powerpoint/2010/main" val="1390518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9EB9E-E3A8-493E-B978-AC42DAF80F30}"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8CCF884C-11D8-4DE0-A16D-1CDDF8B9B921}" type="slidenum">
              <a:rPr lang="en-US" smtClean="0"/>
              <a:t>‹#›</a:t>
            </a:fld>
            <a:endParaRPr lang="en-US"/>
          </a:p>
        </p:txBody>
      </p:sp>
    </p:spTree>
    <p:extLst>
      <p:ext uri="{BB962C8B-B14F-4D97-AF65-F5344CB8AC3E}">
        <p14:creationId xmlns:p14="http://schemas.microsoft.com/office/powerpoint/2010/main" val="803219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89EB9E-E3A8-493E-B978-AC42DAF80F30}"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CCF884C-11D8-4DE0-A16D-1CDDF8B9B921}" type="slidenum">
              <a:rPr lang="en-US" smtClean="0"/>
              <a:t>‹#›</a:t>
            </a:fld>
            <a:endParaRPr lang="en-US"/>
          </a:p>
        </p:txBody>
      </p:sp>
    </p:spTree>
    <p:extLst>
      <p:ext uri="{BB962C8B-B14F-4D97-AF65-F5344CB8AC3E}">
        <p14:creationId xmlns:p14="http://schemas.microsoft.com/office/powerpoint/2010/main" val="1944149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89EB9E-E3A8-493E-B978-AC42DAF80F30}"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CCF884C-11D8-4DE0-A16D-1CDDF8B9B921}" type="slidenum">
              <a:rPr lang="en-US" smtClean="0"/>
              <a:t>‹#›</a:t>
            </a:fld>
            <a:endParaRPr lang="en-US"/>
          </a:p>
        </p:txBody>
      </p:sp>
    </p:spTree>
    <p:extLst>
      <p:ext uri="{BB962C8B-B14F-4D97-AF65-F5344CB8AC3E}">
        <p14:creationId xmlns:p14="http://schemas.microsoft.com/office/powerpoint/2010/main" val="2514116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89EB9E-E3A8-493E-B978-AC42DAF80F30}" type="datetimeFigureOut">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CCF884C-11D8-4DE0-A16D-1CDDF8B9B921}" type="slidenum">
              <a:rPr lang="en-US" smtClean="0"/>
              <a:t>‹#›</a:t>
            </a:fld>
            <a:endParaRPr lang="en-US"/>
          </a:p>
        </p:txBody>
      </p:sp>
    </p:spTree>
    <p:extLst>
      <p:ext uri="{BB962C8B-B14F-4D97-AF65-F5344CB8AC3E}">
        <p14:creationId xmlns:p14="http://schemas.microsoft.com/office/powerpoint/2010/main" val="2569896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89EB9E-E3A8-493E-B978-AC42DAF80F30}" type="datetimeFigureOut">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CCF884C-11D8-4DE0-A16D-1CDDF8B9B921}" type="slidenum">
              <a:rPr lang="en-US" smtClean="0"/>
              <a:t>‹#›</a:t>
            </a:fld>
            <a:endParaRPr lang="en-US"/>
          </a:p>
        </p:txBody>
      </p:sp>
    </p:spTree>
    <p:extLst>
      <p:ext uri="{BB962C8B-B14F-4D97-AF65-F5344CB8AC3E}">
        <p14:creationId xmlns:p14="http://schemas.microsoft.com/office/powerpoint/2010/main" val="2831197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89EB9E-E3A8-493E-B978-AC42DAF80F30}" type="datetimeFigureOut">
              <a:rPr lang="en-US" smtClean="0"/>
              <a:t>4/28/2026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CCF884C-11D8-4DE0-A16D-1CDDF8B9B921}" type="slidenum">
              <a:rPr lang="en-US" smtClean="0"/>
              <a:t>‹#›</a:t>
            </a:fld>
            <a:endParaRPr lang="en-US"/>
          </a:p>
        </p:txBody>
      </p:sp>
    </p:spTree>
    <p:extLst>
      <p:ext uri="{BB962C8B-B14F-4D97-AF65-F5344CB8AC3E}">
        <p14:creationId xmlns:p14="http://schemas.microsoft.com/office/powerpoint/2010/main" val="2769778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89EB9E-E3A8-493E-B978-AC42DAF80F30}"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CCF884C-11D8-4DE0-A16D-1CDDF8B9B921}" type="slidenum">
              <a:rPr lang="en-US" smtClean="0"/>
              <a:t>‹#›</a:t>
            </a:fld>
            <a:endParaRPr lang="en-US"/>
          </a:p>
        </p:txBody>
      </p:sp>
    </p:spTree>
    <p:extLst>
      <p:ext uri="{BB962C8B-B14F-4D97-AF65-F5344CB8AC3E}">
        <p14:creationId xmlns:p14="http://schemas.microsoft.com/office/powerpoint/2010/main" val="296230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89EB9E-E3A8-493E-B978-AC42DAF80F30}"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CCF884C-11D8-4DE0-A16D-1CDDF8B9B921}" type="slidenum">
              <a:rPr lang="en-US" smtClean="0"/>
              <a:t>‹#›</a:t>
            </a:fld>
            <a:endParaRPr lang="en-US"/>
          </a:p>
        </p:txBody>
      </p:sp>
    </p:spTree>
    <p:extLst>
      <p:ext uri="{BB962C8B-B14F-4D97-AF65-F5344CB8AC3E}">
        <p14:creationId xmlns:p14="http://schemas.microsoft.com/office/powerpoint/2010/main" val="773497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89EB9E-E3A8-493E-B978-AC42DAF80F30}"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CCF884C-11D8-4DE0-A16D-1CDDF8B9B921}" type="slidenum">
              <a:rPr lang="en-US" smtClean="0"/>
              <a:t>‹#›</a:t>
            </a:fld>
            <a:endParaRPr lang="en-US"/>
          </a:p>
        </p:txBody>
      </p:sp>
    </p:spTree>
    <p:extLst>
      <p:ext uri="{BB962C8B-B14F-4D97-AF65-F5344CB8AC3E}">
        <p14:creationId xmlns:p14="http://schemas.microsoft.com/office/powerpoint/2010/main" val="2833011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89EB9E-E3A8-493E-B978-AC42DAF80F30}"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CCF884C-11D8-4DE0-A16D-1CDDF8B9B921}"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01604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589EB9E-E3A8-493E-B978-AC42DAF80F30}"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CCF884C-11D8-4DE0-A16D-1CDDF8B9B921}" type="slidenum">
              <a:rPr lang="en-US" smtClean="0"/>
              <a:t>‹#›</a:t>
            </a:fld>
            <a:endParaRPr lang="en-US"/>
          </a:p>
        </p:txBody>
      </p:sp>
    </p:spTree>
    <p:extLst>
      <p:ext uri="{BB962C8B-B14F-4D97-AF65-F5344CB8AC3E}">
        <p14:creationId xmlns:p14="http://schemas.microsoft.com/office/powerpoint/2010/main" val="21385624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589EB9E-E3A8-493E-B978-AC42DAF80F30}"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CCF884C-11D8-4DE0-A16D-1CDDF8B9B921}"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53378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589EB9E-E3A8-493E-B978-AC42DAF80F30}"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CCF884C-11D8-4DE0-A16D-1CDDF8B9B921}" type="slidenum">
              <a:rPr lang="en-US" smtClean="0"/>
              <a:t>‹#›</a:t>
            </a:fld>
            <a:endParaRPr lang="en-US"/>
          </a:p>
        </p:txBody>
      </p:sp>
    </p:spTree>
    <p:extLst>
      <p:ext uri="{BB962C8B-B14F-4D97-AF65-F5344CB8AC3E}">
        <p14:creationId xmlns:p14="http://schemas.microsoft.com/office/powerpoint/2010/main" val="2343786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9EB9E-E3A8-493E-B978-AC42DAF80F30}"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CCF884C-11D8-4DE0-A16D-1CDDF8B9B921}" type="slidenum">
              <a:rPr lang="en-US" smtClean="0"/>
              <a:t>‹#›</a:t>
            </a:fld>
            <a:endParaRPr lang="en-US"/>
          </a:p>
        </p:txBody>
      </p:sp>
    </p:spTree>
    <p:extLst>
      <p:ext uri="{BB962C8B-B14F-4D97-AF65-F5344CB8AC3E}">
        <p14:creationId xmlns:p14="http://schemas.microsoft.com/office/powerpoint/2010/main" val="36412008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9EB9E-E3A8-493E-B978-AC42DAF80F30}"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CCF884C-11D8-4DE0-A16D-1CDDF8B9B921}" type="slidenum">
              <a:rPr lang="en-US" smtClean="0"/>
              <a:t>‹#›</a:t>
            </a:fld>
            <a:endParaRPr lang="en-US"/>
          </a:p>
        </p:txBody>
      </p:sp>
    </p:spTree>
    <p:extLst>
      <p:ext uri="{BB962C8B-B14F-4D97-AF65-F5344CB8AC3E}">
        <p14:creationId xmlns:p14="http://schemas.microsoft.com/office/powerpoint/2010/main" val="1798574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589EB9E-E3A8-493E-B978-AC42DAF80F30}" type="datetimeFigureOut">
              <a:rPr lang="en-US" smtClean="0"/>
              <a:t>4/28/2026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CCF884C-11D8-4DE0-A16D-1CDDF8B9B921}" type="slidenum">
              <a:rPr lang="en-US" smtClean="0"/>
              <a:t>‹#›</a:t>
            </a:fld>
            <a:endParaRPr lang="en-US"/>
          </a:p>
        </p:txBody>
      </p:sp>
    </p:spTree>
    <p:extLst>
      <p:ext uri="{BB962C8B-B14F-4D97-AF65-F5344CB8AC3E}">
        <p14:creationId xmlns:p14="http://schemas.microsoft.com/office/powerpoint/2010/main" val="205254118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6" Type="http://schemas.openxmlformats.org/officeDocument/2006/relationships/image" Target="../media/image12.png"/><Relationship Id="rId21" Type="http://schemas.openxmlformats.org/officeDocument/2006/relationships/customXml" Target="../ink/ink11.xml"/><Relationship Id="rId42" Type="http://schemas.openxmlformats.org/officeDocument/2006/relationships/image" Target="../media/image18.png"/><Relationship Id="rId47" Type="http://schemas.openxmlformats.org/officeDocument/2006/relationships/customXml" Target="../ink/ink26.xml"/><Relationship Id="rId63" Type="http://schemas.openxmlformats.org/officeDocument/2006/relationships/customXml" Target="../ink/ink37.xml"/><Relationship Id="rId68" Type="http://schemas.openxmlformats.org/officeDocument/2006/relationships/image" Target="../media/image27.png"/><Relationship Id="rId84" Type="http://schemas.openxmlformats.org/officeDocument/2006/relationships/customXml" Target="../ink/ink49.xml"/><Relationship Id="rId89" Type="http://schemas.openxmlformats.org/officeDocument/2006/relationships/customXml" Target="../ink/ink52.xml"/><Relationship Id="rId16" Type="http://schemas.openxmlformats.org/officeDocument/2006/relationships/image" Target="../media/image7.png"/><Relationship Id="rId11" Type="http://schemas.openxmlformats.org/officeDocument/2006/relationships/image" Target="../media/image5.png"/><Relationship Id="rId32" Type="http://schemas.openxmlformats.org/officeDocument/2006/relationships/customXml" Target="../ink/ink17.xml"/><Relationship Id="rId37" Type="http://schemas.openxmlformats.org/officeDocument/2006/relationships/customXml" Target="../ink/ink20.xml"/><Relationship Id="rId53" Type="http://schemas.openxmlformats.org/officeDocument/2006/relationships/customXml" Target="../ink/ink29.xml"/><Relationship Id="rId58" Type="http://schemas.openxmlformats.org/officeDocument/2006/relationships/customXml" Target="../ink/ink33.xml"/><Relationship Id="rId74" Type="http://schemas.openxmlformats.org/officeDocument/2006/relationships/image" Target="../media/image30.png"/><Relationship Id="rId79" Type="http://schemas.openxmlformats.org/officeDocument/2006/relationships/customXml" Target="../ink/ink46.xml"/><Relationship Id="rId5" Type="http://schemas.openxmlformats.org/officeDocument/2006/relationships/image" Target="../media/image2.png"/><Relationship Id="rId90" Type="http://schemas.openxmlformats.org/officeDocument/2006/relationships/image" Target="../media/image37.png"/><Relationship Id="rId14" Type="http://schemas.openxmlformats.org/officeDocument/2006/relationships/image" Target="../media/image6.png"/><Relationship Id="rId22" Type="http://schemas.openxmlformats.org/officeDocument/2006/relationships/image" Target="../media/image10.png"/><Relationship Id="rId27" Type="http://schemas.openxmlformats.org/officeDocument/2006/relationships/customXml" Target="../ink/ink14.xml"/><Relationship Id="rId30" Type="http://schemas.openxmlformats.org/officeDocument/2006/relationships/customXml" Target="../ink/ink16.xml"/><Relationship Id="rId35" Type="http://schemas.openxmlformats.org/officeDocument/2006/relationships/image" Target="../media/image16.png"/><Relationship Id="rId43" Type="http://schemas.openxmlformats.org/officeDocument/2006/relationships/customXml" Target="../ink/ink24.xml"/><Relationship Id="rId48" Type="http://schemas.openxmlformats.org/officeDocument/2006/relationships/image" Target="../media/image21.png"/><Relationship Id="rId56" Type="http://schemas.openxmlformats.org/officeDocument/2006/relationships/customXml" Target="../ink/ink32.xml"/><Relationship Id="rId64" Type="http://schemas.openxmlformats.org/officeDocument/2006/relationships/customXml" Target="../ink/ink38.xml"/><Relationship Id="rId69" Type="http://schemas.openxmlformats.org/officeDocument/2006/relationships/customXml" Target="../ink/ink41.xml"/><Relationship Id="rId77" Type="http://schemas.openxmlformats.org/officeDocument/2006/relationships/customXml" Target="../ink/ink45.xml"/><Relationship Id="rId8" Type="http://schemas.openxmlformats.org/officeDocument/2006/relationships/customXml" Target="../ink/ink4.xml"/><Relationship Id="rId51" Type="http://schemas.openxmlformats.org/officeDocument/2006/relationships/customXml" Target="../ink/ink28.xml"/><Relationship Id="rId72" Type="http://schemas.openxmlformats.org/officeDocument/2006/relationships/image" Target="../media/image29.png"/><Relationship Id="rId80" Type="http://schemas.openxmlformats.org/officeDocument/2006/relationships/image" Target="../media/image33.png"/><Relationship Id="rId85" Type="http://schemas.openxmlformats.org/officeDocument/2006/relationships/image" Target="../media/image35.png"/><Relationship Id="rId3" Type="http://schemas.openxmlformats.org/officeDocument/2006/relationships/image" Target="../media/image1.png"/><Relationship Id="rId12" Type="http://schemas.openxmlformats.org/officeDocument/2006/relationships/customXml" Target="../ink/ink6.xml"/><Relationship Id="rId17" Type="http://schemas.openxmlformats.org/officeDocument/2006/relationships/customXml" Target="../ink/ink9.xml"/><Relationship Id="rId25" Type="http://schemas.openxmlformats.org/officeDocument/2006/relationships/customXml" Target="../ink/ink13.xml"/><Relationship Id="rId33" Type="http://schemas.openxmlformats.org/officeDocument/2006/relationships/image" Target="../media/image15.png"/><Relationship Id="rId38" Type="http://schemas.openxmlformats.org/officeDocument/2006/relationships/customXml" Target="../ink/ink21.xml"/><Relationship Id="rId46" Type="http://schemas.openxmlformats.org/officeDocument/2006/relationships/image" Target="../media/image20.png"/><Relationship Id="rId59" Type="http://schemas.openxmlformats.org/officeDocument/2006/relationships/customXml" Target="../ink/ink34.xml"/><Relationship Id="rId67" Type="http://schemas.openxmlformats.org/officeDocument/2006/relationships/customXml" Target="../ink/ink40.xml"/><Relationship Id="rId20" Type="http://schemas.openxmlformats.org/officeDocument/2006/relationships/image" Target="../media/image9.png"/><Relationship Id="rId41" Type="http://schemas.openxmlformats.org/officeDocument/2006/relationships/customXml" Target="../ink/ink23.xml"/><Relationship Id="rId54" Type="http://schemas.openxmlformats.org/officeDocument/2006/relationships/customXml" Target="../ink/ink30.xml"/><Relationship Id="rId62" Type="http://schemas.openxmlformats.org/officeDocument/2006/relationships/image" Target="../media/image25.png"/><Relationship Id="rId70" Type="http://schemas.openxmlformats.org/officeDocument/2006/relationships/image" Target="../media/image28.png"/><Relationship Id="rId75" Type="http://schemas.openxmlformats.org/officeDocument/2006/relationships/customXml" Target="../ink/ink44.xml"/><Relationship Id="rId83" Type="http://schemas.openxmlformats.org/officeDocument/2006/relationships/image" Target="../media/image34.png"/><Relationship Id="rId88" Type="http://schemas.openxmlformats.org/officeDocument/2006/relationships/customXml" Target="../ink/ink51.xml"/><Relationship Id="rId1" Type="http://schemas.openxmlformats.org/officeDocument/2006/relationships/slideLayout" Target="../slideLayouts/slideLayout1.xml"/><Relationship Id="rId6" Type="http://schemas.openxmlformats.org/officeDocument/2006/relationships/customXml" Target="../ink/ink3.xml"/><Relationship Id="rId15" Type="http://schemas.openxmlformats.org/officeDocument/2006/relationships/customXml" Target="../ink/ink8.xml"/><Relationship Id="rId23" Type="http://schemas.openxmlformats.org/officeDocument/2006/relationships/customXml" Target="../ink/ink12.xml"/><Relationship Id="rId28" Type="http://schemas.openxmlformats.org/officeDocument/2006/relationships/customXml" Target="../ink/ink15.xml"/><Relationship Id="rId36" Type="http://schemas.openxmlformats.org/officeDocument/2006/relationships/customXml" Target="../ink/ink19.xml"/><Relationship Id="rId49" Type="http://schemas.openxmlformats.org/officeDocument/2006/relationships/customXml" Target="../ink/ink27.xml"/><Relationship Id="rId57" Type="http://schemas.openxmlformats.org/officeDocument/2006/relationships/image" Target="../media/image24.png"/><Relationship Id="rId10" Type="http://schemas.openxmlformats.org/officeDocument/2006/relationships/customXml" Target="../ink/ink5.xml"/><Relationship Id="rId31" Type="http://schemas.openxmlformats.org/officeDocument/2006/relationships/image" Target="../media/image14.png"/><Relationship Id="rId44" Type="http://schemas.openxmlformats.org/officeDocument/2006/relationships/image" Target="../media/image19.png"/><Relationship Id="rId52" Type="http://schemas.openxmlformats.org/officeDocument/2006/relationships/image" Target="../media/image23.png"/><Relationship Id="rId60" Type="http://schemas.openxmlformats.org/officeDocument/2006/relationships/customXml" Target="../ink/ink35.xml"/><Relationship Id="rId65" Type="http://schemas.openxmlformats.org/officeDocument/2006/relationships/image" Target="../media/image26.png"/><Relationship Id="rId73" Type="http://schemas.openxmlformats.org/officeDocument/2006/relationships/customXml" Target="../ink/ink43.xml"/><Relationship Id="rId78" Type="http://schemas.openxmlformats.org/officeDocument/2006/relationships/image" Target="../media/image32.png"/><Relationship Id="rId81" Type="http://schemas.openxmlformats.org/officeDocument/2006/relationships/customXml" Target="../ink/ink47.xml"/><Relationship Id="rId86" Type="http://schemas.openxmlformats.org/officeDocument/2006/relationships/customXml" Target="../ink/ink50.xml"/><Relationship Id="rId4" Type="http://schemas.openxmlformats.org/officeDocument/2006/relationships/customXml" Target="../ink/ink2.xml"/><Relationship Id="rId9" Type="http://schemas.openxmlformats.org/officeDocument/2006/relationships/image" Target="../media/image4.png"/><Relationship Id="rId13" Type="http://schemas.openxmlformats.org/officeDocument/2006/relationships/customXml" Target="../ink/ink7.xml"/><Relationship Id="rId18" Type="http://schemas.openxmlformats.org/officeDocument/2006/relationships/image" Target="../media/image8.png"/><Relationship Id="rId39" Type="http://schemas.openxmlformats.org/officeDocument/2006/relationships/image" Target="../media/image17.png"/><Relationship Id="rId34" Type="http://schemas.openxmlformats.org/officeDocument/2006/relationships/customXml" Target="../ink/ink18.xml"/><Relationship Id="rId50" Type="http://schemas.openxmlformats.org/officeDocument/2006/relationships/image" Target="../media/image22.png"/><Relationship Id="rId55" Type="http://schemas.openxmlformats.org/officeDocument/2006/relationships/customXml" Target="../ink/ink31.xml"/><Relationship Id="rId76" Type="http://schemas.openxmlformats.org/officeDocument/2006/relationships/image" Target="../media/image31.png"/><Relationship Id="rId7" Type="http://schemas.openxmlformats.org/officeDocument/2006/relationships/image" Target="../media/image3.png"/><Relationship Id="rId71" Type="http://schemas.openxmlformats.org/officeDocument/2006/relationships/customXml" Target="../ink/ink42.xml"/><Relationship Id="rId2" Type="http://schemas.openxmlformats.org/officeDocument/2006/relationships/customXml" Target="../ink/ink1.xml"/><Relationship Id="rId29" Type="http://schemas.openxmlformats.org/officeDocument/2006/relationships/image" Target="../media/image13.png"/><Relationship Id="rId24" Type="http://schemas.openxmlformats.org/officeDocument/2006/relationships/image" Target="../media/image11.png"/><Relationship Id="rId40" Type="http://schemas.openxmlformats.org/officeDocument/2006/relationships/customXml" Target="../ink/ink22.xml"/><Relationship Id="rId45" Type="http://schemas.openxmlformats.org/officeDocument/2006/relationships/customXml" Target="../ink/ink25.xml"/><Relationship Id="rId66" Type="http://schemas.openxmlformats.org/officeDocument/2006/relationships/customXml" Target="../ink/ink39.xml"/><Relationship Id="rId87" Type="http://schemas.openxmlformats.org/officeDocument/2006/relationships/image" Target="../media/image36.png"/><Relationship Id="rId61" Type="http://schemas.openxmlformats.org/officeDocument/2006/relationships/customXml" Target="../ink/ink36.xml"/><Relationship Id="rId82" Type="http://schemas.openxmlformats.org/officeDocument/2006/relationships/customXml" Target="../ink/ink48.xml"/><Relationship Id="rId19" Type="http://schemas.openxmlformats.org/officeDocument/2006/relationships/customXml" Target="../ink/ink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55B3C-BB86-C2C4-C2DC-C09F214C4077}"/>
              </a:ext>
            </a:extLst>
          </p:cNvPr>
          <p:cNvSpPr>
            <a:spLocks noGrp="1"/>
          </p:cNvSpPr>
          <p:nvPr>
            <p:ph type="ctrTitle"/>
          </p:nvPr>
        </p:nvSpPr>
        <p:spPr/>
        <p:txBody>
          <a:bodyPr/>
          <a:lstStyle/>
          <a:p>
            <a:r>
              <a:rPr lang="en-US" dirty="0"/>
              <a:t>Neural Network </a:t>
            </a:r>
            <a:br>
              <a:rPr lang="en-US" dirty="0"/>
            </a:br>
            <a:r>
              <a:rPr lang="en-US" dirty="0"/>
              <a:t> </a:t>
            </a:r>
          </a:p>
        </p:txBody>
      </p:sp>
      <p:sp>
        <p:nvSpPr>
          <p:cNvPr id="3" name="Subtitle 2">
            <a:extLst>
              <a:ext uri="{FF2B5EF4-FFF2-40B4-BE49-F238E27FC236}">
                <a16:creationId xmlns:a16="http://schemas.microsoft.com/office/drawing/2014/main" id="{FE0D445E-3F7A-D544-A994-E062931FB493}"/>
              </a:ext>
            </a:extLst>
          </p:cNvPr>
          <p:cNvSpPr>
            <a:spLocks noGrp="1"/>
          </p:cNvSpPr>
          <p:nvPr>
            <p:ph type="subTitle" idx="1"/>
          </p:nvPr>
        </p:nvSpPr>
        <p:spPr/>
        <p:txBody>
          <a:bodyPr/>
          <a:lstStyle/>
          <a:p>
            <a:r>
              <a:rPr lang="en-US" dirty="0"/>
              <a:t>By: Torey Akers </a:t>
            </a:r>
          </a:p>
          <a:p>
            <a:r>
              <a:rPr lang="en-US" dirty="0"/>
              <a:t>Indiana Wesleyan University </a:t>
            </a:r>
          </a:p>
        </p:txBody>
      </p:sp>
    </p:spTree>
    <p:extLst>
      <p:ext uri="{BB962C8B-B14F-4D97-AF65-F5344CB8AC3E}">
        <p14:creationId xmlns:p14="http://schemas.microsoft.com/office/powerpoint/2010/main" val="590380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9E93C-8E40-FC22-2409-CC7490753FA9}"/>
              </a:ext>
            </a:extLst>
          </p:cNvPr>
          <p:cNvSpPr>
            <a:spLocks noGrp="1"/>
          </p:cNvSpPr>
          <p:nvPr>
            <p:ph type="title"/>
          </p:nvPr>
        </p:nvSpPr>
        <p:spPr/>
        <p:txBody>
          <a:bodyPr/>
          <a:lstStyle/>
          <a:p>
            <a:r>
              <a:rPr lang="en-US" b="1" dirty="0"/>
              <a:t>Layers: </a:t>
            </a:r>
            <a:endParaRPr lang="en-US" dirty="0"/>
          </a:p>
        </p:txBody>
      </p:sp>
      <p:sp>
        <p:nvSpPr>
          <p:cNvPr id="3" name="Content Placeholder 2">
            <a:extLst>
              <a:ext uri="{FF2B5EF4-FFF2-40B4-BE49-F238E27FC236}">
                <a16:creationId xmlns:a16="http://schemas.microsoft.com/office/drawing/2014/main" id="{06E26504-DDA3-62FA-9150-C5959D0D44CB}"/>
              </a:ext>
            </a:extLst>
          </p:cNvPr>
          <p:cNvSpPr>
            <a:spLocks noGrp="1"/>
          </p:cNvSpPr>
          <p:nvPr>
            <p:ph idx="1"/>
          </p:nvPr>
        </p:nvSpPr>
        <p:spPr/>
        <p:txBody>
          <a:bodyPr/>
          <a:lstStyle/>
          <a:p>
            <a:r>
              <a:rPr lang="en-US" dirty="0"/>
              <a:t>Layers work together to refine input data. It transforms the input data into a format that the network can use to make accurate predictions. </a:t>
            </a:r>
          </a:p>
          <a:p>
            <a:r>
              <a:rPr lang="en-US" dirty="0"/>
              <a:t>The input layer is where raw data is entered</a:t>
            </a:r>
          </a:p>
          <a:p>
            <a:r>
              <a:rPr lang="en-US" dirty="0"/>
              <a:t>The hidden layer is where data is transformed. Features are transformed into complex patterns or objects. </a:t>
            </a:r>
          </a:p>
          <a:p>
            <a:r>
              <a:rPr lang="en-US" dirty="0"/>
              <a:t>The output layer produces the networks decision or make a predictions. </a:t>
            </a:r>
          </a:p>
          <a:p>
            <a:endParaRPr lang="en-US" dirty="0"/>
          </a:p>
        </p:txBody>
      </p:sp>
    </p:spTree>
    <p:extLst>
      <p:ext uri="{BB962C8B-B14F-4D97-AF65-F5344CB8AC3E}">
        <p14:creationId xmlns:p14="http://schemas.microsoft.com/office/powerpoint/2010/main" val="1027629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A231C-C580-9993-3CD8-1CF403C27D65}"/>
              </a:ext>
            </a:extLst>
          </p:cNvPr>
          <p:cNvSpPr>
            <a:spLocks noGrp="1"/>
          </p:cNvSpPr>
          <p:nvPr>
            <p:ph type="title"/>
          </p:nvPr>
        </p:nvSpPr>
        <p:spPr/>
        <p:txBody>
          <a:bodyPr/>
          <a:lstStyle/>
          <a:p>
            <a:r>
              <a:rPr lang="en-US" b="1" dirty="0"/>
              <a:t>Neurons: </a:t>
            </a:r>
            <a:endParaRPr lang="en-US" dirty="0"/>
          </a:p>
        </p:txBody>
      </p:sp>
      <p:sp>
        <p:nvSpPr>
          <p:cNvPr id="3" name="Content Placeholder 2">
            <a:extLst>
              <a:ext uri="{FF2B5EF4-FFF2-40B4-BE49-F238E27FC236}">
                <a16:creationId xmlns:a16="http://schemas.microsoft.com/office/drawing/2014/main" id="{4443A8A0-ED2A-1A2E-7294-7631CD03738C}"/>
              </a:ext>
            </a:extLst>
          </p:cNvPr>
          <p:cNvSpPr>
            <a:spLocks noGrp="1"/>
          </p:cNvSpPr>
          <p:nvPr>
            <p:ph idx="1"/>
          </p:nvPr>
        </p:nvSpPr>
        <p:spPr/>
        <p:txBody>
          <a:bodyPr>
            <a:normAutofit/>
          </a:bodyPr>
          <a:lstStyle/>
          <a:p>
            <a:r>
              <a:rPr lang="en-US" dirty="0"/>
              <a:t>Neurons make decisions and work individually with each stage in the network. in a neural network, e ach neuron receives input from the input layer or the pervious layer. </a:t>
            </a:r>
          </a:p>
          <a:p>
            <a:r>
              <a:rPr lang="en-US" dirty="0"/>
              <a:t>The neuron performs a calculation, and the results are passed to eh neuron in the next layer. The calculations are usually the weighted sum of the inputs.</a:t>
            </a:r>
          </a:p>
          <a:p>
            <a:r>
              <a:rPr lang="en-US" dirty="0"/>
              <a:t>The results from the calculations are passed to the neuron in the next layer. </a:t>
            </a:r>
          </a:p>
          <a:p>
            <a:r>
              <a:rPr lang="en-US" dirty="0"/>
              <a:t>Collectively, neurons process and transmit information throughout the network with each neuron contributing to the final output</a:t>
            </a:r>
          </a:p>
          <a:p>
            <a:endParaRPr lang="en-US" dirty="0"/>
          </a:p>
        </p:txBody>
      </p:sp>
    </p:spTree>
    <p:extLst>
      <p:ext uri="{BB962C8B-B14F-4D97-AF65-F5344CB8AC3E}">
        <p14:creationId xmlns:p14="http://schemas.microsoft.com/office/powerpoint/2010/main" val="3469678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61D0A-CCCF-0785-2A88-4D3266C0E4E3}"/>
              </a:ext>
            </a:extLst>
          </p:cNvPr>
          <p:cNvSpPr>
            <a:spLocks noGrp="1"/>
          </p:cNvSpPr>
          <p:nvPr>
            <p:ph type="title"/>
          </p:nvPr>
        </p:nvSpPr>
        <p:spPr/>
        <p:txBody>
          <a:bodyPr/>
          <a:lstStyle/>
          <a:p>
            <a:r>
              <a:rPr lang="en-US" b="1" dirty="0"/>
              <a:t>Weight:</a:t>
            </a:r>
            <a:endParaRPr lang="en-US" dirty="0"/>
          </a:p>
        </p:txBody>
      </p:sp>
      <p:sp>
        <p:nvSpPr>
          <p:cNvPr id="3" name="Content Placeholder 2">
            <a:extLst>
              <a:ext uri="{FF2B5EF4-FFF2-40B4-BE49-F238E27FC236}">
                <a16:creationId xmlns:a16="http://schemas.microsoft.com/office/drawing/2014/main" id="{151663E4-EBDD-E491-1F38-7301C41524D2}"/>
              </a:ext>
            </a:extLst>
          </p:cNvPr>
          <p:cNvSpPr>
            <a:spLocks noGrp="1"/>
          </p:cNvSpPr>
          <p:nvPr>
            <p:ph idx="1"/>
          </p:nvPr>
        </p:nvSpPr>
        <p:spPr/>
        <p:txBody>
          <a:bodyPr/>
          <a:lstStyle/>
          <a:p>
            <a:r>
              <a:rPr lang="en-US" dirty="0"/>
              <a:t>Are adjustable, the weights control how much influence each input has on the neuron decision. </a:t>
            </a:r>
          </a:p>
          <a:p>
            <a:r>
              <a:rPr lang="en-US" dirty="0"/>
              <a:t>Each connection between the neurons has an associated weight. When data enters the neurons, it is multiplied by the weight to determine the strength of the input. </a:t>
            </a:r>
          </a:p>
          <a:p>
            <a:r>
              <a:rPr lang="en-US" dirty="0"/>
              <a:t>To minimize the error, the weights are adjusted. </a:t>
            </a:r>
          </a:p>
          <a:p>
            <a:r>
              <a:rPr lang="en-US" dirty="0"/>
              <a:t>Weights are fine tuned so that the network emphasizes the important inputs while minimizing the impact for the less important inputs. </a:t>
            </a:r>
          </a:p>
          <a:p>
            <a:endParaRPr lang="en-US" dirty="0"/>
          </a:p>
        </p:txBody>
      </p:sp>
    </p:spTree>
    <p:extLst>
      <p:ext uri="{BB962C8B-B14F-4D97-AF65-F5344CB8AC3E}">
        <p14:creationId xmlns:p14="http://schemas.microsoft.com/office/powerpoint/2010/main" val="4001017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4569B-7D93-699A-CC87-A43C38D0C6FE}"/>
              </a:ext>
            </a:extLst>
          </p:cNvPr>
          <p:cNvSpPr>
            <a:spLocks noGrp="1"/>
          </p:cNvSpPr>
          <p:nvPr>
            <p:ph type="title"/>
          </p:nvPr>
        </p:nvSpPr>
        <p:spPr/>
        <p:txBody>
          <a:bodyPr/>
          <a:lstStyle/>
          <a:p>
            <a:r>
              <a:rPr lang="en-US" b="1" dirty="0"/>
              <a:t>Activation Functions: </a:t>
            </a:r>
            <a:endParaRPr lang="en-US" dirty="0"/>
          </a:p>
        </p:txBody>
      </p:sp>
      <p:sp>
        <p:nvSpPr>
          <p:cNvPr id="3" name="Content Placeholder 2">
            <a:extLst>
              <a:ext uri="{FF2B5EF4-FFF2-40B4-BE49-F238E27FC236}">
                <a16:creationId xmlns:a16="http://schemas.microsoft.com/office/drawing/2014/main" id="{DCEA7102-FECC-015E-A9A1-83D24F27252F}"/>
              </a:ext>
            </a:extLst>
          </p:cNvPr>
          <p:cNvSpPr>
            <a:spLocks noGrp="1"/>
          </p:cNvSpPr>
          <p:nvPr>
            <p:ph idx="1"/>
          </p:nvPr>
        </p:nvSpPr>
        <p:spPr/>
        <p:txBody>
          <a:bodyPr/>
          <a:lstStyle/>
          <a:p>
            <a:r>
              <a:rPr lang="en-US" dirty="0"/>
              <a:t>Determines if a neuron should be turned on or remain off. The purpose of the activation functions is to determine which neurons are turned on, which means it signals. Activation functions allow the network to handle nonlinear models </a:t>
            </a:r>
          </a:p>
          <a:p>
            <a:r>
              <a:rPr lang="en-US" dirty="0"/>
              <a:t>After the neurons completes it weighted sum of it inputs, the activation functions is applied. </a:t>
            </a:r>
          </a:p>
          <a:p>
            <a:r>
              <a:rPr lang="en-US" dirty="0" err="1"/>
              <a:t>ReLU</a:t>
            </a:r>
            <a:r>
              <a:rPr lang="en-US" dirty="0"/>
              <a:t> is a common activation function which only has positive inputs or 0 </a:t>
            </a:r>
          </a:p>
          <a:p>
            <a:endParaRPr lang="en-US" dirty="0"/>
          </a:p>
        </p:txBody>
      </p:sp>
    </p:spTree>
    <p:extLst>
      <p:ext uri="{BB962C8B-B14F-4D97-AF65-F5344CB8AC3E}">
        <p14:creationId xmlns:p14="http://schemas.microsoft.com/office/powerpoint/2010/main" val="4162481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F049C-6088-43A0-7A0A-C606ED80A8DD}"/>
              </a:ext>
            </a:extLst>
          </p:cNvPr>
          <p:cNvSpPr>
            <a:spLocks noGrp="1"/>
          </p:cNvSpPr>
          <p:nvPr>
            <p:ph type="title"/>
          </p:nvPr>
        </p:nvSpPr>
        <p:spPr/>
        <p:txBody>
          <a:bodyPr/>
          <a:lstStyle/>
          <a:p>
            <a:r>
              <a:rPr lang="en-US" b="1" dirty="0"/>
              <a:t>Loss Function:</a:t>
            </a:r>
            <a:endParaRPr lang="en-US" dirty="0"/>
          </a:p>
        </p:txBody>
      </p:sp>
      <p:sp>
        <p:nvSpPr>
          <p:cNvPr id="3" name="Content Placeholder 2">
            <a:extLst>
              <a:ext uri="{FF2B5EF4-FFF2-40B4-BE49-F238E27FC236}">
                <a16:creationId xmlns:a16="http://schemas.microsoft.com/office/drawing/2014/main" id="{23847BDD-224C-8C4E-F390-D69AED80C0B8}"/>
              </a:ext>
            </a:extLst>
          </p:cNvPr>
          <p:cNvSpPr>
            <a:spLocks noGrp="1"/>
          </p:cNvSpPr>
          <p:nvPr>
            <p:ph idx="1"/>
          </p:nvPr>
        </p:nvSpPr>
        <p:spPr/>
        <p:txBody>
          <a:bodyPr/>
          <a:lstStyle/>
          <a:p>
            <a:r>
              <a:rPr lang="en-US" dirty="0"/>
              <a:t>Is like a test score, the loss function measures how accurately the neural network is performing. </a:t>
            </a:r>
          </a:p>
          <a:p>
            <a:r>
              <a:rPr lang="en-US" dirty="0"/>
              <a:t>Loss functions compare the neural networks predictions with the actual target value. </a:t>
            </a:r>
          </a:p>
          <a:p>
            <a:r>
              <a:rPr lang="en-US" dirty="0"/>
              <a:t>If the loss is low suggest that the predictions are accurate. </a:t>
            </a:r>
          </a:p>
          <a:p>
            <a:r>
              <a:rPr lang="en-US" dirty="0"/>
              <a:t>If the loss is high indicates discrepancies. </a:t>
            </a:r>
          </a:p>
          <a:p>
            <a:r>
              <a:rPr lang="en-US" dirty="0"/>
              <a:t>The loss function provides feedback to the network, guiding the network through learning by indicating how far off the prediction are from the desired outcome. </a:t>
            </a:r>
          </a:p>
          <a:p>
            <a:endParaRPr lang="en-US" dirty="0"/>
          </a:p>
        </p:txBody>
      </p:sp>
    </p:spTree>
    <p:extLst>
      <p:ext uri="{BB962C8B-B14F-4D97-AF65-F5344CB8AC3E}">
        <p14:creationId xmlns:p14="http://schemas.microsoft.com/office/powerpoint/2010/main" val="4248954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2F6B7-5985-EC35-3B12-15B61C51E538}"/>
              </a:ext>
            </a:extLst>
          </p:cNvPr>
          <p:cNvSpPr>
            <a:spLocks noGrp="1"/>
          </p:cNvSpPr>
          <p:nvPr>
            <p:ph type="title"/>
          </p:nvPr>
        </p:nvSpPr>
        <p:spPr/>
        <p:txBody>
          <a:bodyPr/>
          <a:lstStyle/>
          <a:p>
            <a:r>
              <a:rPr lang="en-US" b="1" dirty="0"/>
              <a:t>Optimization Algorithms: </a:t>
            </a:r>
            <a:endParaRPr lang="en-US" dirty="0"/>
          </a:p>
        </p:txBody>
      </p:sp>
      <p:sp>
        <p:nvSpPr>
          <p:cNvPr id="3" name="Content Placeholder 2">
            <a:extLst>
              <a:ext uri="{FF2B5EF4-FFF2-40B4-BE49-F238E27FC236}">
                <a16:creationId xmlns:a16="http://schemas.microsoft.com/office/drawing/2014/main" id="{F450BF52-147D-A6E0-699E-A2A5E8FFC3D2}"/>
              </a:ext>
            </a:extLst>
          </p:cNvPr>
          <p:cNvSpPr>
            <a:spLocks noGrp="1"/>
          </p:cNvSpPr>
          <p:nvPr>
            <p:ph idx="1"/>
          </p:nvPr>
        </p:nvSpPr>
        <p:spPr>
          <a:xfrm>
            <a:off x="629652" y="1809583"/>
            <a:ext cx="10515600" cy="4351338"/>
          </a:xfrm>
        </p:spPr>
        <p:txBody>
          <a:bodyPr/>
          <a:lstStyle/>
          <a:p>
            <a:r>
              <a:rPr lang="en-US" dirty="0"/>
              <a:t>Is a fine-tuning tool that adjusted the weights step by step to reduce errors.</a:t>
            </a:r>
          </a:p>
          <a:p>
            <a:r>
              <a:rPr lang="en-US" dirty="0"/>
              <a:t>The algorithm calculates gradient which is the directions of rate of change  of the loss functions</a:t>
            </a:r>
          </a:p>
          <a:p>
            <a:endParaRPr lang="en-US" dirty="0"/>
          </a:p>
          <a:p>
            <a:r>
              <a:rPr lang="en-US" dirty="0"/>
              <a:t>Using method like gradient descent, weights are updated iteratively which each iterations aim to move the networks closer to the optimal(best) performance by minimizing the loss </a:t>
            </a:r>
          </a:p>
          <a:p>
            <a:endParaRPr lang="en-US" dirty="0"/>
          </a:p>
        </p:txBody>
      </p:sp>
    </p:spTree>
    <p:extLst>
      <p:ext uri="{BB962C8B-B14F-4D97-AF65-F5344CB8AC3E}">
        <p14:creationId xmlns:p14="http://schemas.microsoft.com/office/powerpoint/2010/main" val="4176423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4AD5FE0-9E1B-5FFA-6CBF-9B040F79FBCE}"/>
              </a:ext>
            </a:extLst>
          </p:cNvPr>
          <p:cNvSpPr/>
          <p:nvPr/>
        </p:nvSpPr>
        <p:spPr>
          <a:xfrm>
            <a:off x="1263825" y="2728312"/>
            <a:ext cx="1868919" cy="12093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2 </a:t>
            </a:r>
          </a:p>
        </p:txBody>
      </p:sp>
      <p:sp>
        <p:nvSpPr>
          <p:cNvPr id="5" name="Oval 4">
            <a:extLst>
              <a:ext uri="{FF2B5EF4-FFF2-40B4-BE49-F238E27FC236}">
                <a16:creationId xmlns:a16="http://schemas.microsoft.com/office/drawing/2014/main" id="{42D1CA1E-6D07-B6FA-7C3A-125D167FA4DC}"/>
              </a:ext>
            </a:extLst>
          </p:cNvPr>
          <p:cNvSpPr/>
          <p:nvPr/>
        </p:nvSpPr>
        <p:spPr>
          <a:xfrm>
            <a:off x="1319994" y="3977968"/>
            <a:ext cx="1812758" cy="115149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3 </a:t>
            </a:r>
          </a:p>
        </p:txBody>
      </p:sp>
      <p:sp>
        <p:nvSpPr>
          <p:cNvPr id="6" name="Oval 5">
            <a:extLst>
              <a:ext uri="{FF2B5EF4-FFF2-40B4-BE49-F238E27FC236}">
                <a16:creationId xmlns:a16="http://schemas.microsoft.com/office/drawing/2014/main" id="{EB2794BA-C681-F34B-161B-14D5F77FB9D4}"/>
              </a:ext>
            </a:extLst>
          </p:cNvPr>
          <p:cNvSpPr/>
          <p:nvPr/>
        </p:nvSpPr>
        <p:spPr>
          <a:xfrm>
            <a:off x="1415446" y="5176057"/>
            <a:ext cx="1812758" cy="14152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4</a:t>
            </a:r>
          </a:p>
        </p:txBody>
      </p:sp>
      <p:sp>
        <p:nvSpPr>
          <p:cNvPr id="7" name="Oval 6">
            <a:extLst>
              <a:ext uri="{FF2B5EF4-FFF2-40B4-BE49-F238E27FC236}">
                <a16:creationId xmlns:a16="http://schemas.microsoft.com/office/drawing/2014/main" id="{AE6CFA75-0542-47E4-09F7-B9BABDB8CD6E}"/>
              </a:ext>
            </a:extLst>
          </p:cNvPr>
          <p:cNvSpPr/>
          <p:nvPr/>
        </p:nvSpPr>
        <p:spPr>
          <a:xfrm>
            <a:off x="4367464" y="1794710"/>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673EEA8-CED8-22E3-8B3E-13C45938DB1B}"/>
              </a:ext>
            </a:extLst>
          </p:cNvPr>
          <p:cNvSpPr/>
          <p:nvPr/>
        </p:nvSpPr>
        <p:spPr>
          <a:xfrm>
            <a:off x="4431632" y="3221610"/>
            <a:ext cx="914400" cy="8049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7371090-14EB-EF24-344C-CD6F1066265B}"/>
              </a:ext>
            </a:extLst>
          </p:cNvPr>
          <p:cNvSpPr/>
          <p:nvPr/>
        </p:nvSpPr>
        <p:spPr>
          <a:xfrm>
            <a:off x="4475748" y="4577168"/>
            <a:ext cx="914400" cy="8049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E8E6566-F953-30C0-6D7A-C384D68D2246}"/>
              </a:ext>
            </a:extLst>
          </p:cNvPr>
          <p:cNvSpPr/>
          <p:nvPr/>
        </p:nvSpPr>
        <p:spPr>
          <a:xfrm>
            <a:off x="4475748" y="5764284"/>
            <a:ext cx="914400" cy="8049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F88DAF5-A4A8-6C18-12D2-36009DC6F197}"/>
              </a:ext>
            </a:extLst>
          </p:cNvPr>
          <p:cNvSpPr/>
          <p:nvPr/>
        </p:nvSpPr>
        <p:spPr>
          <a:xfrm>
            <a:off x="1319986" y="1445794"/>
            <a:ext cx="1670386" cy="11662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1 </a:t>
            </a:r>
          </a:p>
        </p:txBody>
      </p:sp>
      <p:sp>
        <p:nvSpPr>
          <p:cNvPr id="12" name="Oval 11">
            <a:extLst>
              <a:ext uri="{FF2B5EF4-FFF2-40B4-BE49-F238E27FC236}">
                <a16:creationId xmlns:a16="http://schemas.microsoft.com/office/drawing/2014/main" id="{EC85F090-870A-47BA-780E-E0BEFBE83F0C}"/>
              </a:ext>
            </a:extLst>
          </p:cNvPr>
          <p:cNvSpPr/>
          <p:nvPr/>
        </p:nvSpPr>
        <p:spPr>
          <a:xfrm>
            <a:off x="8197339" y="1287294"/>
            <a:ext cx="1700463" cy="15685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 1</a:t>
            </a:r>
          </a:p>
        </p:txBody>
      </p:sp>
      <p:sp>
        <p:nvSpPr>
          <p:cNvPr id="13" name="Oval 12">
            <a:extLst>
              <a:ext uri="{FF2B5EF4-FFF2-40B4-BE49-F238E27FC236}">
                <a16:creationId xmlns:a16="http://schemas.microsoft.com/office/drawing/2014/main" id="{6FAED984-1C22-215A-5466-A07D8292F3E6}"/>
              </a:ext>
            </a:extLst>
          </p:cNvPr>
          <p:cNvSpPr/>
          <p:nvPr/>
        </p:nvSpPr>
        <p:spPr>
          <a:xfrm>
            <a:off x="8205536" y="3079748"/>
            <a:ext cx="1588320" cy="16687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 2</a:t>
            </a:r>
          </a:p>
        </p:txBody>
      </p:sp>
      <p:sp>
        <p:nvSpPr>
          <p:cNvPr id="14" name="Oval 13">
            <a:extLst>
              <a:ext uri="{FF2B5EF4-FFF2-40B4-BE49-F238E27FC236}">
                <a16:creationId xmlns:a16="http://schemas.microsoft.com/office/drawing/2014/main" id="{2F2E36C6-466B-BFFF-ACB4-4BDD66EFB707}"/>
              </a:ext>
            </a:extLst>
          </p:cNvPr>
          <p:cNvSpPr/>
          <p:nvPr/>
        </p:nvSpPr>
        <p:spPr>
          <a:xfrm>
            <a:off x="8205537" y="5009147"/>
            <a:ext cx="1676880" cy="16683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 3 </a:t>
            </a:r>
          </a:p>
        </p:txBody>
      </p:sp>
      <p:sp>
        <p:nvSpPr>
          <p:cNvPr id="15" name="TextBox 14">
            <a:extLst>
              <a:ext uri="{FF2B5EF4-FFF2-40B4-BE49-F238E27FC236}">
                <a16:creationId xmlns:a16="http://schemas.microsoft.com/office/drawing/2014/main" id="{306BF180-63BC-C918-6806-3DBB15CAA01F}"/>
              </a:ext>
            </a:extLst>
          </p:cNvPr>
          <p:cNvSpPr txBox="1"/>
          <p:nvPr/>
        </p:nvSpPr>
        <p:spPr>
          <a:xfrm>
            <a:off x="4431632" y="711057"/>
            <a:ext cx="2342147" cy="461665"/>
          </a:xfrm>
          <a:prstGeom prst="rect">
            <a:avLst/>
          </a:prstGeom>
          <a:noFill/>
        </p:spPr>
        <p:txBody>
          <a:bodyPr wrap="square" rtlCol="0">
            <a:spAutoFit/>
          </a:bodyPr>
          <a:lstStyle/>
          <a:p>
            <a:r>
              <a:rPr lang="en-US" sz="2400" dirty="0"/>
              <a:t>Hidden Layers  </a:t>
            </a:r>
          </a:p>
        </p:txBody>
      </p:sp>
      <p:sp>
        <p:nvSpPr>
          <p:cNvPr id="16" name="Oval 15">
            <a:extLst>
              <a:ext uri="{FF2B5EF4-FFF2-40B4-BE49-F238E27FC236}">
                <a16:creationId xmlns:a16="http://schemas.microsoft.com/office/drawing/2014/main" id="{E88DA771-F2FC-153D-1983-AEA09213ACE4}"/>
              </a:ext>
            </a:extLst>
          </p:cNvPr>
          <p:cNvSpPr/>
          <p:nvPr/>
        </p:nvSpPr>
        <p:spPr>
          <a:xfrm>
            <a:off x="5935579" y="1848849"/>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EE17570-B0F7-EA3C-B64A-B2943B1D76AA}"/>
              </a:ext>
            </a:extLst>
          </p:cNvPr>
          <p:cNvSpPr/>
          <p:nvPr/>
        </p:nvSpPr>
        <p:spPr>
          <a:xfrm>
            <a:off x="5935579" y="3345936"/>
            <a:ext cx="914400" cy="8049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BE6CBB0-8817-125A-238B-58FF3336EC64}"/>
              </a:ext>
            </a:extLst>
          </p:cNvPr>
          <p:cNvSpPr/>
          <p:nvPr/>
        </p:nvSpPr>
        <p:spPr>
          <a:xfrm>
            <a:off x="5859381" y="4577168"/>
            <a:ext cx="914400" cy="8049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F32EE5D-F4FF-D9CD-8F96-77E18C99D813}"/>
              </a:ext>
            </a:extLst>
          </p:cNvPr>
          <p:cNvSpPr/>
          <p:nvPr/>
        </p:nvSpPr>
        <p:spPr>
          <a:xfrm>
            <a:off x="5823287" y="5764284"/>
            <a:ext cx="914400" cy="8049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E174B0D-16EF-14C5-2819-BC334D7739DA}"/>
              </a:ext>
            </a:extLst>
          </p:cNvPr>
          <p:cNvSpPr txBox="1"/>
          <p:nvPr/>
        </p:nvSpPr>
        <p:spPr>
          <a:xfrm>
            <a:off x="1185873" y="709226"/>
            <a:ext cx="1725601" cy="461665"/>
          </a:xfrm>
          <a:prstGeom prst="rect">
            <a:avLst/>
          </a:prstGeom>
          <a:noFill/>
        </p:spPr>
        <p:txBody>
          <a:bodyPr wrap="none" rtlCol="0">
            <a:spAutoFit/>
          </a:bodyPr>
          <a:lstStyle/>
          <a:p>
            <a:r>
              <a:rPr lang="en-US" sz="2400" dirty="0"/>
              <a:t>Input Layer </a:t>
            </a:r>
          </a:p>
        </p:txBody>
      </p:sp>
      <p:sp>
        <p:nvSpPr>
          <p:cNvPr id="21" name="TextBox 20">
            <a:extLst>
              <a:ext uri="{FF2B5EF4-FFF2-40B4-BE49-F238E27FC236}">
                <a16:creationId xmlns:a16="http://schemas.microsoft.com/office/drawing/2014/main" id="{124C7807-9295-C4FE-3F51-3C5E2A44DB37}"/>
              </a:ext>
            </a:extLst>
          </p:cNvPr>
          <p:cNvSpPr txBox="1"/>
          <p:nvPr/>
        </p:nvSpPr>
        <p:spPr>
          <a:xfrm>
            <a:off x="8334411" y="725771"/>
            <a:ext cx="1450910" cy="461665"/>
          </a:xfrm>
          <a:prstGeom prst="rect">
            <a:avLst/>
          </a:prstGeom>
          <a:noFill/>
        </p:spPr>
        <p:txBody>
          <a:bodyPr wrap="none" rtlCol="0">
            <a:spAutoFit/>
          </a:bodyPr>
          <a:lstStyle/>
          <a:p>
            <a:r>
              <a:rPr lang="en-US" sz="2400" dirty="0"/>
              <a:t>Out layer </a:t>
            </a:r>
          </a:p>
        </p:txBody>
      </p:sp>
      <mc:AlternateContent xmlns:mc="http://schemas.openxmlformats.org/markup-compatibility/2006">
        <mc:Choice xmlns:p14="http://schemas.microsoft.com/office/powerpoint/2010/main" Requires="p14">
          <p:contentPart p14:bwMode="auto" r:id="rId2">
            <p14:nvContentPartPr>
              <p14:cNvPr id="23" name="Ink 22">
                <a:extLst>
                  <a:ext uri="{FF2B5EF4-FFF2-40B4-BE49-F238E27FC236}">
                    <a16:creationId xmlns:a16="http://schemas.microsoft.com/office/drawing/2014/main" id="{7B01B898-F2A6-EEBB-9BA6-9D6744B60B21}"/>
                  </a:ext>
                </a:extLst>
              </p14:cNvPr>
              <p14:cNvContentPartPr/>
              <p14:nvPr/>
            </p14:nvContentPartPr>
            <p14:xfrm>
              <a:off x="2935491" y="1909048"/>
              <a:ext cx="1010880" cy="289440"/>
            </p14:xfrm>
          </p:contentPart>
        </mc:Choice>
        <mc:Fallback>
          <p:pic>
            <p:nvPicPr>
              <p:cNvPr id="23" name="Ink 22">
                <a:extLst>
                  <a:ext uri="{FF2B5EF4-FFF2-40B4-BE49-F238E27FC236}">
                    <a16:creationId xmlns:a16="http://schemas.microsoft.com/office/drawing/2014/main" id="{7B01B898-F2A6-EEBB-9BA6-9D6744B60B21}"/>
                  </a:ext>
                </a:extLst>
              </p:cNvPr>
              <p:cNvPicPr/>
              <p:nvPr/>
            </p:nvPicPr>
            <p:blipFill>
              <a:blip r:embed="rId3"/>
              <a:stretch>
                <a:fillRect/>
              </a:stretch>
            </p:blipFill>
            <p:spPr>
              <a:xfrm>
                <a:off x="2929371" y="1902928"/>
                <a:ext cx="102312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5" name="Ink 24">
                <a:extLst>
                  <a:ext uri="{FF2B5EF4-FFF2-40B4-BE49-F238E27FC236}">
                    <a16:creationId xmlns:a16="http://schemas.microsoft.com/office/drawing/2014/main" id="{E2045F15-92B3-389F-43B3-08FB6E4EEF29}"/>
                  </a:ext>
                </a:extLst>
              </p14:cNvPr>
              <p14:cNvContentPartPr/>
              <p14:nvPr/>
            </p14:nvContentPartPr>
            <p14:xfrm>
              <a:off x="3160131" y="5851223"/>
              <a:ext cx="1284120" cy="720"/>
            </p14:xfrm>
          </p:contentPart>
        </mc:Choice>
        <mc:Fallback>
          <p:pic>
            <p:nvPicPr>
              <p:cNvPr id="25" name="Ink 24">
                <a:extLst>
                  <a:ext uri="{FF2B5EF4-FFF2-40B4-BE49-F238E27FC236}">
                    <a16:creationId xmlns:a16="http://schemas.microsoft.com/office/drawing/2014/main" id="{E2045F15-92B3-389F-43B3-08FB6E4EEF29}"/>
                  </a:ext>
                </a:extLst>
              </p:cNvPr>
              <p:cNvPicPr/>
              <p:nvPr/>
            </p:nvPicPr>
            <p:blipFill>
              <a:blip r:embed="rId5"/>
              <a:stretch>
                <a:fillRect/>
              </a:stretch>
            </p:blipFill>
            <p:spPr>
              <a:xfrm>
                <a:off x="3154011" y="5838983"/>
                <a:ext cx="12963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7" name="Ink 26">
                <a:extLst>
                  <a:ext uri="{FF2B5EF4-FFF2-40B4-BE49-F238E27FC236}">
                    <a16:creationId xmlns:a16="http://schemas.microsoft.com/office/drawing/2014/main" id="{F36CA67B-1F59-A9E0-A913-8C964CC530E9}"/>
                  </a:ext>
                </a:extLst>
              </p14:cNvPr>
              <p14:cNvContentPartPr/>
              <p14:nvPr/>
            </p14:nvContentPartPr>
            <p14:xfrm>
              <a:off x="5469891" y="6160288"/>
              <a:ext cx="305280" cy="720"/>
            </p14:xfrm>
          </p:contentPart>
        </mc:Choice>
        <mc:Fallback>
          <p:pic>
            <p:nvPicPr>
              <p:cNvPr id="27" name="Ink 26">
                <a:extLst>
                  <a:ext uri="{FF2B5EF4-FFF2-40B4-BE49-F238E27FC236}">
                    <a16:creationId xmlns:a16="http://schemas.microsoft.com/office/drawing/2014/main" id="{F36CA67B-1F59-A9E0-A913-8C964CC530E9}"/>
                  </a:ext>
                </a:extLst>
              </p:cNvPr>
              <p:cNvPicPr/>
              <p:nvPr/>
            </p:nvPicPr>
            <p:blipFill>
              <a:blip r:embed="rId7"/>
              <a:stretch>
                <a:fillRect/>
              </a:stretch>
            </p:blipFill>
            <p:spPr>
              <a:xfrm>
                <a:off x="5463771" y="6148048"/>
                <a:ext cx="31752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3" name="Ink 32">
                <a:extLst>
                  <a:ext uri="{FF2B5EF4-FFF2-40B4-BE49-F238E27FC236}">
                    <a16:creationId xmlns:a16="http://schemas.microsoft.com/office/drawing/2014/main" id="{F2D33D25-D756-4B85-C51A-A9B9132BFFCE}"/>
                  </a:ext>
                </a:extLst>
              </p14:cNvPr>
              <p14:cNvContentPartPr/>
              <p14:nvPr/>
            </p14:nvContentPartPr>
            <p14:xfrm>
              <a:off x="6801531" y="5983528"/>
              <a:ext cx="1283760" cy="192600"/>
            </p14:xfrm>
          </p:contentPart>
        </mc:Choice>
        <mc:Fallback>
          <p:pic>
            <p:nvPicPr>
              <p:cNvPr id="33" name="Ink 32">
                <a:extLst>
                  <a:ext uri="{FF2B5EF4-FFF2-40B4-BE49-F238E27FC236}">
                    <a16:creationId xmlns:a16="http://schemas.microsoft.com/office/drawing/2014/main" id="{F2D33D25-D756-4B85-C51A-A9B9132BFFCE}"/>
                  </a:ext>
                </a:extLst>
              </p:cNvPr>
              <p:cNvPicPr/>
              <p:nvPr/>
            </p:nvPicPr>
            <p:blipFill>
              <a:blip r:embed="rId9"/>
              <a:stretch>
                <a:fillRect/>
              </a:stretch>
            </p:blipFill>
            <p:spPr>
              <a:xfrm>
                <a:off x="6795411" y="5977408"/>
                <a:ext cx="129600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4" name="Ink 33">
                <a:extLst>
                  <a:ext uri="{FF2B5EF4-FFF2-40B4-BE49-F238E27FC236}">
                    <a16:creationId xmlns:a16="http://schemas.microsoft.com/office/drawing/2014/main" id="{B9F1446B-1279-2A36-C108-73A09D8F82FE}"/>
                  </a:ext>
                </a:extLst>
              </p14:cNvPr>
              <p14:cNvContentPartPr/>
              <p14:nvPr/>
            </p14:nvContentPartPr>
            <p14:xfrm>
              <a:off x="2646771" y="6480688"/>
              <a:ext cx="360" cy="360"/>
            </p14:xfrm>
          </p:contentPart>
        </mc:Choice>
        <mc:Fallback>
          <p:pic>
            <p:nvPicPr>
              <p:cNvPr id="34" name="Ink 33">
                <a:extLst>
                  <a:ext uri="{FF2B5EF4-FFF2-40B4-BE49-F238E27FC236}">
                    <a16:creationId xmlns:a16="http://schemas.microsoft.com/office/drawing/2014/main" id="{B9F1446B-1279-2A36-C108-73A09D8F82FE}"/>
                  </a:ext>
                </a:extLst>
              </p:cNvPr>
              <p:cNvPicPr/>
              <p:nvPr/>
            </p:nvPicPr>
            <p:blipFill>
              <a:blip r:embed="rId11"/>
              <a:stretch>
                <a:fillRect/>
              </a:stretch>
            </p:blipFill>
            <p:spPr>
              <a:xfrm>
                <a:off x="2640651" y="647456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5" name="Ink 34">
                <a:extLst>
                  <a:ext uri="{FF2B5EF4-FFF2-40B4-BE49-F238E27FC236}">
                    <a16:creationId xmlns:a16="http://schemas.microsoft.com/office/drawing/2014/main" id="{17CD4299-7712-F3C8-50D4-E56193730FE7}"/>
                  </a:ext>
                </a:extLst>
              </p14:cNvPr>
              <p14:cNvContentPartPr/>
              <p14:nvPr/>
            </p14:nvContentPartPr>
            <p14:xfrm>
              <a:off x="7683891" y="6095848"/>
              <a:ext cx="360" cy="360"/>
            </p14:xfrm>
          </p:contentPart>
        </mc:Choice>
        <mc:Fallback>
          <p:pic>
            <p:nvPicPr>
              <p:cNvPr id="35" name="Ink 34">
                <a:extLst>
                  <a:ext uri="{FF2B5EF4-FFF2-40B4-BE49-F238E27FC236}">
                    <a16:creationId xmlns:a16="http://schemas.microsoft.com/office/drawing/2014/main" id="{17CD4299-7712-F3C8-50D4-E56193730FE7}"/>
                  </a:ext>
                </a:extLst>
              </p:cNvPr>
              <p:cNvPicPr/>
              <p:nvPr/>
            </p:nvPicPr>
            <p:blipFill>
              <a:blip r:embed="rId11"/>
              <a:stretch>
                <a:fillRect/>
              </a:stretch>
            </p:blipFill>
            <p:spPr>
              <a:xfrm>
                <a:off x="7677771" y="608972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37" name="Ink 36">
                <a:extLst>
                  <a:ext uri="{FF2B5EF4-FFF2-40B4-BE49-F238E27FC236}">
                    <a16:creationId xmlns:a16="http://schemas.microsoft.com/office/drawing/2014/main" id="{BCCA3F65-87C5-47C6-381E-A9045A1D48B8}"/>
                  </a:ext>
                </a:extLst>
              </p14:cNvPr>
              <p14:cNvContentPartPr/>
              <p14:nvPr/>
            </p14:nvContentPartPr>
            <p14:xfrm>
              <a:off x="3128091" y="5133208"/>
              <a:ext cx="1316160" cy="673920"/>
            </p14:xfrm>
          </p:contentPart>
        </mc:Choice>
        <mc:Fallback>
          <p:pic>
            <p:nvPicPr>
              <p:cNvPr id="37" name="Ink 36">
                <a:extLst>
                  <a:ext uri="{FF2B5EF4-FFF2-40B4-BE49-F238E27FC236}">
                    <a16:creationId xmlns:a16="http://schemas.microsoft.com/office/drawing/2014/main" id="{BCCA3F65-87C5-47C6-381E-A9045A1D48B8}"/>
                  </a:ext>
                </a:extLst>
              </p:cNvPr>
              <p:cNvPicPr/>
              <p:nvPr/>
            </p:nvPicPr>
            <p:blipFill>
              <a:blip r:embed="rId14"/>
              <a:stretch>
                <a:fillRect/>
              </a:stretch>
            </p:blipFill>
            <p:spPr>
              <a:xfrm>
                <a:off x="3121971" y="5127088"/>
                <a:ext cx="1328400" cy="6861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39" name="Ink 38">
                <a:extLst>
                  <a:ext uri="{FF2B5EF4-FFF2-40B4-BE49-F238E27FC236}">
                    <a16:creationId xmlns:a16="http://schemas.microsoft.com/office/drawing/2014/main" id="{84F7591E-95CE-BF23-963A-D1ED3FC288D2}"/>
                  </a:ext>
                </a:extLst>
              </p14:cNvPr>
              <p14:cNvContentPartPr/>
              <p14:nvPr/>
            </p14:nvContentPartPr>
            <p14:xfrm>
              <a:off x="3055750" y="4201912"/>
              <a:ext cx="1335423" cy="1502223"/>
            </p14:xfrm>
          </p:contentPart>
        </mc:Choice>
        <mc:Fallback>
          <p:pic>
            <p:nvPicPr>
              <p:cNvPr id="39" name="Ink 38">
                <a:extLst>
                  <a:ext uri="{FF2B5EF4-FFF2-40B4-BE49-F238E27FC236}">
                    <a16:creationId xmlns:a16="http://schemas.microsoft.com/office/drawing/2014/main" id="{84F7591E-95CE-BF23-963A-D1ED3FC288D2}"/>
                  </a:ext>
                </a:extLst>
              </p:cNvPr>
              <p:cNvPicPr/>
              <p:nvPr/>
            </p:nvPicPr>
            <p:blipFill>
              <a:blip r:embed="rId16"/>
              <a:stretch>
                <a:fillRect/>
              </a:stretch>
            </p:blipFill>
            <p:spPr>
              <a:xfrm>
                <a:off x="3049631" y="4195792"/>
                <a:ext cx="1347661" cy="1514463"/>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41" name="Ink 40">
                <a:extLst>
                  <a:ext uri="{FF2B5EF4-FFF2-40B4-BE49-F238E27FC236}">
                    <a16:creationId xmlns:a16="http://schemas.microsoft.com/office/drawing/2014/main" id="{9A16E360-572D-7FDB-4278-0E373E9A846E}"/>
                  </a:ext>
                </a:extLst>
              </p14:cNvPr>
              <p14:cNvContentPartPr/>
              <p14:nvPr/>
            </p14:nvContentPartPr>
            <p14:xfrm>
              <a:off x="2983371" y="1909048"/>
              <a:ext cx="1524600" cy="1347840"/>
            </p14:xfrm>
          </p:contentPart>
        </mc:Choice>
        <mc:Fallback>
          <p:pic>
            <p:nvPicPr>
              <p:cNvPr id="41" name="Ink 40">
                <a:extLst>
                  <a:ext uri="{FF2B5EF4-FFF2-40B4-BE49-F238E27FC236}">
                    <a16:creationId xmlns:a16="http://schemas.microsoft.com/office/drawing/2014/main" id="{9A16E360-572D-7FDB-4278-0E373E9A846E}"/>
                  </a:ext>
                </a:extLst>
              </p:cNvPr>
              <p:cNvPicPr/>
              <p:nvPr/>
            </p:nvPicPr>
            <p:blipFill>
              <a:blip r:embed="rId18"/>
              <a:stretch>
                <a:fillRect/>
              </a:stretch>
            </p:blipFill>
            <p:spPr>
              <a:xfrm>
                <a:off x="2977251" y="1902928"/>
                <a:ext cx="1536840" cy="13600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43" name="Ink 42">
                <a:extLst>
                  <a:ext uri="{FF2B5EF4-FFF2-40B4-BE49-F238E27FC236}">
                    <a16:creationId xmlns:a16="http://schemas.microsoft.com/office/drawing/2014/main" id="{15FE08B6-0FD7-66F9-398B-BE5EB1F07276}"/>
                  </a:ext>
                </a:extLst>
              </p14:cNvPr>
              <p14:cNvContentPartPr/>
              <p14:nvPr/>
            </p14:nvContentPartPr>
            <p14:xfrm>
              <a:off x="2935491" y="1876648"/>
              <a:ext cx="1748880" cy="2695680"/>
            </p14:xfrm>
          </p:contentPart>
        </mc:Choice>
        <mc:Fallback>
          <p:pic>
            <p:nvPicPr>
              <p:cNvPr id="43" name="Ink 42">
                <a:extLst>
                  <a:ext uri="{FF2B5EF4-FFF2-40B4-BE49-F238E27FC236}">
                    <a16:creationId xmlns:a16="http://schemas.microsoft.com/office/drawing/2014/main" id="{15FE08B6-0FD7-66F9-398B-BE5EB1F07276}"/>
                  </a:ext>
                </a:extLst>
              </p:cNvPr>
              <p:cNvPicPr/>
              <p:nvPr/>
            </p:nvPicPr>
            <p:blipFill>
              <a:blip r:embed="rId20"/>
              <a:stretch>
                <a:fillRect/>
              </a:stretch>
            </p:blipFill>
            <p:spPr>
              <a:xfrm>
                <a:off x="2929371" y="1870168"/>
                <a:ext cx="1761120" cy="27079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44" name="Ink 43">
                <a:extLst>
                  <a:ext uri="{FF2B5EF4-FFF2-40B4-BE49-F238E27FC236}">
                    <a16:creationId xmlns:a16="http://schemas.microsoft.com/office/drawing/2014/main" id="{7ADD22EA-B16A-98F4-1FCF-D50E54730F8A}"/>
                  </a:ext>
                </a:extLst>
              </p14:cNvPr>
              <p14:cNvContentPartPr/>
              <p14:nvPr/>
            </p14:nvContentPartPr>
            <p14:xfrm>
              <a:off x="2951691" y="5403928"/>
              <a:ext cx="92880" cy="82800"/>
            </p14:xfrm>
          </p:contentPart>
        </mc:Choice>
        <mc:Fallback>
          <p:pic>
            <p:nvPicPr>
              <p:cNvPr id="44" name="Ink 43">
                <a:extLst>
                  <a:ext uri="{FF2B5EF4-FFF2-40B4-BE49-F238E27FC236}">
                    <a16:creationId xmlns:a16="http://schemas.microsoft.com/office/drawing/2014/main" id="{7ADD22EA-B16A-98F4-1FCF-D50E54730F8A}"/>
                  </a:ext>
                </a:extLst>
              </p:cNvPr>
              <p:cNvPicPr/>
              <p:nvPr/>
            </p:nvPicPr>
            <p:blipFill>
              <a:blip r:embed="rId22"/>
              <a:stretch>
                <a:fillRect/>
              </a:stretch>
            </p:blipFill>
            <p:spPr>
              <a:xfrm>
                <a:off x="2945571" y="5397808"/>
                <a:ext cx="10512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46" name="Ink 45">
                <a:extLst>
                  <a:ext uri="{FF2B5EF4-FFF2-40B4-BE49-F238E27FC236}">
                    <a16:creationId xmlns:a16="http://schemas.microsoft.com/office/drawing/2014/main" id="{8FB5DF6C-D2D2-1A62-D7EE-7BAB7433E809}"/>
                  </a:ext>
                </a:extLst>
              </p14:cNvPr>
              <p14:cNvContentPartPr/>
              <p14:nvPr/>
            </p14:nvContentPartPr>
            <p14:xfrm>
              <a:off x="3128091" y="4555768"/>
              <a:ext cx="1379880" cy="257400"/>
            </p14:xfrm>
          </p:contentPart>
        </mc:Choice>
        <mc:Fallback>
          <p:pic>
            <p:nvPicPr>
              <p:cNvPr id="46" name="Ink 45">
                <a:extLst>
                  <a:ext uri="{FF2B5EF4-FFF2-40B4-BE49-F238E27FC236}">
                    <a16:creationId xmlns:a16="http://schemas.microsoft.com/office/drawing/2014/main" id="{8FB5DF6C-D2D2-1A62-D7EE-7BAB7433E809}"/>
                  </a:ext>
                </a:extLst>
              </p:cNvPr>
              <p:cNvPicPr/>
              <p:nvPr/>
            </p:nvPicPr>
            <p:blipFill>
              <a:blip r:embed="rId24"/>
              <a:stretch>
                <a:fillRect/>
              </a:stretch>
            </p:blipFill>
            <p:spPr>
              <a:xfrm>
                <a:off x="3121971" y="4549648"/>
                <a:ext cx="1392120" cy="2696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48" name="Ink 47">
                <a:extLst>
                  <a:ext uri="{FF2B5EF4-FFF2-40B4-BE49-F238E27FC236}">
                    <a16:creationId xmlns:a16="http://schemas.microsoft.com/office/drawing/2014/main" id="{C2308E89-58B0-8F15-CE2F-96554C18CFDC}"/>
                  </a:ext>
                </a:extLst>
              </p14:cNvPr>
              <p14:cNvContentPartPr/>
              <p14:nvPr/>
            </p14:nvContentPartPr>
            <p14:xfrm>
              <a:off x="3111891" y="2646688"/>
              <a:ext cx="1348200" cy="1941120"/>
            </p14:xfrm>
          </p:contentPart>
        </mc:Choice>
        <mc:Fallback>
          <p:pic>
            <p:nvPicPr>
              <p:cNvPr id="48" name="Ink 47">
                <a:extLst>
                  <a:ext uri="{FF2B5EF4-FFF2-40B4-BE49-F238E27FC236}">
                    <a16:creationId xmlns:a16="http://schemas.microsoft.com/office/drawing/2014/main" id="{C2308E89-58B0-8F15-CE2F-96554C18CFDC}"/>
                  </a:ext>
                </a:extLst>
              </p:cNvPr>
              <p:cNvPicPr/>
              <p:nvPr/>
            </p:nvPicPr>
            <p:blipFill>
              <a:blip r:embed="rId26"/>
              <a:stretch>
                <a:fillRect/>
              </a:stretch>
            </p:blipFill>
            <p:spPr>
              <a:xfrm>
                <a:off x="3105771" y="2640568"/>
                <a:ext cx="1360440" cy="19533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49" name="Ink 48">
                <a:extLst>
                  <a:ext uri="{FF2B5EF4-FFF2-40B4-BE49-F238E27FC236}">
                    <a16:creationId xmlns:a16="http://schemas.microsoft.com/office/drawing/2014/main" id="{76EC552D-2C37-8528-5734-A20DF8B020E1}"/>
                  </a:ext>
                </a:extLst>
              </p14:cNvPr>
              <p14:cNvContentPartPr/>
              <p14:nvPr/>
            </p14:nvContentPartPr>
            <p14:xfrm>
              <a:off x="3192531" y="4539928"/>
              <a:ext cx="360" cy="360"/>
            </p14:xfrm>
          </p:contentPart>
        </mc:Choice>
        <mc:Fallback>
          <p:pic>
            <p:nvPicPr>
              <p:cNvPr id="49" name="Ink 48">
                <a:extLst>
                  <a:ext uri="{FF2B5EF4-FFF2-40B4-BE49-F238E27FC236}">
                    <a16:creationId xmlns:a16="http://schemas.microsoft.com/office/drawing/2014/main" id="{76EC552D-2C37-8528-5734-A20DF8B020E1}"/>
                  </a:ext>
                </a:extLst>
              </p:cNvPr>
              <p:cNvPicPr/>
              <p:nvPr/>
            </p:nvPicPr>
            <p:blipFill>
              <a:blip r:embed="rId11"/>
              <a:stretch>
                <a:fillRect/>
              </a:stretch>
            </p:blipFill>
            <p:spPr>
              <a:xfrm>
                <a:off x="3186411" y="453380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52" name="Ink 51">
                <a:extLst>
                  <a:ext uri="{FF2B5EF4-FFF2-40B4-BE49-F238E27FC236}">
                    <a16:creationId xmlns:a16="http://schemas.microsoft.com/office/drawing/2014/main" id="{D67F8E2D-B8B0-A6FC-9E79-8E26592FEE41}"/>
                  </a:ext>
                </a:extLst>
              </p14:cNvPr>
              <p14:cNvContentPartPr/>
              <p14:nvPr/>
            </p14:nvContentPartPr>
            <p14:xfrm>
              <a:off x="3128091" y="3304408"/>
              <a:ext cx="1283400" cy="160920"/>
            </p14:xfrm>
          </p:contentPart>
        </mc:Choice>
        <mc:Fallback>
          <p:pic>
            <p:nvPicPr>
              <p:cNvPr id="52" name="Ink 51">
                <a:extLst>
                  <a:ext uri="{FF2B5EF4-FFF2-40B4-BE49-F238E27FC236}">
                    <a16:creationId xmlns:a16="http://schemas.microsoft.com/office/drawing/2014/main" id="{D67F8E2D-B8B0-A6FC-9E79-8E26592FEE41}"/>
                  </a:ext>
                </a:extLst>
              </p:cNvPr>
              <p:cNvPicPr/>
              <p:nvPr/>
            </p:nvPicPr>
            <p:blipFill>
              <a:blip r:embed="rId29"/>
              <a:stretch>
                <a:fillRect/>
              </a:stretch>
            </p:blipFill>
            <p:spPr>
              <a:xfrm>
                <a:off x="3121971" y="3298288"/>
                <a:ext cx="129564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56" name="Ink 55">
                <a:extLst>
                  <a:ext uri="{FF2B5EF4-FFF2-40B4-BE49-F238E27FC236}">
                    <a16:creationId xmlns:a16="http://schemas.microsoft.com/office/drawing/2014/main" id="{FBFF898F-A81C-C6FA-8525-23EB4A2949BA}"/>
                  </a:ext>
                </a:extLst>
              </p14:cNvPr>
              <p14:cNvContentPartPr/>
              <p14:nvPr/>
            </p14:nvContentPartPr>
            <p14:xfrm>
              <a:off x="3143931" y="3352642"/>
              <a:ext cx="1716840" cy="2326320"/>
            </p14:xfrm>
          </p:contentPart>
        </mc:Choice>
        <mc:Fallback>
          <p:pic>
            <p:nvPicPr>
              <p:cNvPr id="56" name="Ink 55">
                <a:extLst>
                  <a:ext uri="{FF2B5EF4-FFF2-40B4-BE49-F238E27FC236}">
                    <a16:creationId xmlns:a16="http://schemas.microsoft.com/office/drawing/2014/main" id="{FBFF898F-A81C-C6FA-8525-23EB4A2949BA}"/>
                  </a:ext>
                </a:extLst>
              </p:cNvPr>
              <p:cNvPicPr/>
              <p:nvPr/>
            </p:nvPicPr>
            <p:blipFill>
              <a:blip r:embed="rId31"/>
              <a:stretch>
                <a:fillRect/>
              </a:stretch>
            </p:blipFill>
            <p:spPr>
              <a:xfrm>
                <a:off x="3137811" y="3346522"/>
                <a:ext cx="1729080" cy="23385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59" name="Ink 58">
                <a:extLst>
                  <a:ext uri="{FF2B5EF4-FFF2-40B4-BE49-F238E27FC236}">
                    <a16:creationId xmlns:a16="http://schemas.microsoft.com/office/drawing/2014/main" id="{DF269D64-670C-16FA-D9A9-0DC529138ECE}"/>
                  </a:ext>
                </a:extLst>
              </p14:cNvPr>
              <p14:cNvContentPartPr/>
              <p14:nvPr/>
            </p14:nvContentPartPr>
            <p14:xfrm>
              <a:off x="3096051" y="3801568"/>
              <a:ext cx="1315440" cy="770400"/>
            </p14:xfrm>
          </p:contentPart>
        </mc:Choice>
        <mc:Fallback>
          <p:pic>
            <p:nvPicPr>
              <p:cNvPr id="59" name="Ink 58">
                <a:extLst>
                  <a:ext uri="{FF2B5EF4-FFF2-40B4-BE49-F238E27FC236}">
                    <a16:creationId xmlns:a16="http://schemas.microsoft.com/office/drawing/2014/main" id="{DF269D64-670C-16FA-D9A9-0DC529138ECE}"/>
                  </a:ext>
                </a:extLst>
              </p:cNvPr>
              <p:cNvPicPr/>
              <p:nvPr/>
            </p:nvPicPr>
            <p:blipFill>
              <a:blip r:embed="rId33"/>
              <a:stretch>
                <a:fillRect/>
              </a:stretch>
            </p:blipFill>
            <p:spPr>
              <a:xfrm>
                <a:off x="3089931" y="3795448"/>
                <a:ext cx="1327680" cy="7826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61" name="Ink 60">
                <a:extLst>
                  <a:ext uri="{FF2B5EF4-FFF2-40B4-BE49-F238E27FC236}">
                    <a16:creationId xmlns:a16="http://schemas.microsoft.com/office/drawing/2014/main" id="{31D14F0E-33B5-AF34-AF63-E594C12E3B90}"/>
                  </a:ext>
                </a:extLst>
              </p14:cNvPr>
              <p14:cNvContentPartPr/>
              <p14:nvPr/>
            </p14:nvContentPartPr>
            <p14:xfrm>
              <a:off x="3111891" y="2245648"/>
              <a:ext cx="1219320" cy="1059120"/>
            </p14:xfrm>
          </p:contentPart>
        </mc:Choice>
        <mc:Fallback>
          <p:pic>
            <p:nvPicPr>
              <p:cNvPr id="61" name="Ink 60">
                <a:extLst>
                  <a:ext uri="{FF2B5EF4-FFF2-40B4-BE49-F238E27FC236}">
                    <a16:creationId xmlns:a16="http://schemas.microsoft.com/office/drawing/2014/main" id="{31D14F0E-33B5-AF34-AF63-E594C12E3B90}"/>
                  </a:ext>
                </a:extLst>
              </p:cNvPr>
              <p:cNvPicPr/>
              <p:nvPr/>
            </p:nvPicPr>
            <p:blipFill>
              <a:blip r:embed="rId35"/>
              <a:stretch>
                <a:fillRect/>
              </a:stretch>
            </p:blipFill>
            <p:spPr>
              <a:xfrm>
                <a:off x="3105771" y="2239528"/>
                <a:ext cx="1231560" cy="10713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62" name="Ink 61">
                <a:extLst>
                  <a:ext uri="{FF2B5EF4-FFF2-40B4-BE49-F238E27FC236}">
                    <a16:creationId xmlns:a16="http://schemas.microsoft.com/office/drawing/2014/main" id="{48815BB0-87B1-3057-4521-2089F9995D3D}"/>
                  </a:ext>
                </a:extLst>
              </p14:cNvPr>
              <p14:cNvContentPartPr/>
              <p14:nvPr/>
            </p14:nvContentPartPr>
            <p14:xfrm>
              <a:off x="481011" y="-1652072"/>
              <a:ext cx="360" cy="360"/>
            </p14:xfrm>
          </p:contentPart>
        </mc:Choice>
        <mc:Fallback>
          <p:pic>
            <p:nvPicPr>
              <p:cNvPr id="62" name="Ink 61">
                <a:extLst>
                  <a:ext uri="{FF2B5EF4-FFF2-40B4-BE49-F238E27FC236}">
                    <a16:creationId xmlns:a16="http://schemas.microsoft.com/office/drawing/2014/main" id="{48815BB0-87B1-3057-4521-2089F9995D3D}"/>
                  </a:ext>
                </a:extLst>
              </p:cNvPr>
              <p:cNvPicPr/>
              <p:nvPr/>
            </p:nvPicPr>
            <p:blipFill>
              <a:blip r:embed="rId11"/>
              <a:stretch>
                <a:fillRect/>
              </a:stretch>
            </p:blipFill>
            <p:spPr>
              <a:xfrm>
                <a:off x="474531" y="-1658192"/>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63" name="Ink 62">
                <a:extLst>
                  <a:ext uri="{FF2B5EF4-FFF2-40B4-BE49-F238E27FC236}">
                    <a16:creationId xmlns:a16="http://schemas.microsoft.com/office/drawing/2014/main" id="{6D422FE5-CE20-42FB-98D0-918A14DCD192}"/>
                  </a:ext>
                </a:extLst>
              </p14:cNvPr>
              <p14:cNvContentPartPr/>
              <p14:nvPr/>
            </p14:nvContentPartPr>
            <p14:xfrm>
              <a:off x="2518971" y="2084931"/>
              <a:ext cx="360" cy="360"/>
            </p14:xfrm>
          </p:contentPart>
        </mc:Choice>
        <mc:Fallback>
          <p:pic>
            <p:nvPicPr>
              <p:cNvPr id="63" name="Ink 62">
                <a:extLst>
                  <a:ext uri="{FF2B5EF4-FFF2-40B4-BE49-F238E27FC236}">
                    <a16:creationId xmlns:a16="http://schemas.microsoft.com/office/drawing/2014/main" id="{6D422FE5-CE20-42FB-98D0-918A14DCD192}"/>
                  </a:ext>
                </a:extLst>
              </p:cNvPr>
              <p:cNvPicPr/>
              <p:nvPr/>
            </p:nvPicPr>
            <p:blipFill>
              <a:blip r:embed="rId11"/>
              <a:stretch>
                <a:fillRect/>
              </a:stretch>
            </p:blipFill>
            <p:spPr>
              <a:xfrm>
                <a:off x="2512851" y="2078811"/>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68" name="Ink 67">
                <a:extLst>
                  <a:ext uri="{FF2B5EF4-FFF2-40B4-BE49-F238E27FC236}">
                    <a16:creationId xmlns:a16="http://schemas.microsoft.com/office/drawing/2014/main" id="{2AEF99A6-6597-FD59-4514-95013B595F40}"/>
                  </a:ext>
                </a:extLst>
              </p14:cNvPr>
              <p14:cNvContentPartPr/>
              <p14:nvPr/>
            </p14:nvContentPartPr>
            <p14:xfrm>
              <a:off x="5406171" y="5390248"/>
              <a:ext cx="690120" cy="802080"/>
            </p14:xfrm>
          </p:contentPart>
        </mc:Choice>
        <mc:Fallback>
          <p:pic>
            <p:nvPicPr>
              <p:cNvPr id="68" name="Ink 67">
                <a:extLst>
                  <a:ext uri="{FF2B5EF4-FFF2-40B4-BE49-F238E27FC236}">
                    <a16:creationId xmlns:a16="http://schemas.microsoft.com/office/drawing/2014/main" id="{2AEF99A6-6597-FD59-4514-95013B595F40}"/>
                  </a:ext>
                </a:extLst>
              </p:cNvPr>
              <p:cNvPicPr/>
              <p:nvPr/>
            </p:nvPicPr>
            <p:blipFill>
              <a:blip r:embed="rId39"/>
              <a:stretch>
                <a:fillRect/>
              </a:stretch>
            </p:blipFill>
            <p:spPr>
              <a:xfrm>
                <a:off x="5400051" y="5384128"/>
                <a:ext cx="702360" cy="8143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69" name="Ink 68">
                <a:extLst>
                  <a:ext uri="{FF2B5EF4-FFF2-40B4-BE49-F238E27FC236}">
                    <a16:creationId xmlns:a16="http://schemas.microsoft.com/office/drawing/2014/main" id="{EA7D7DEB-16F6-4CF9-17AC-4F1D0586A28F}"/>
                  </a:ext>
                </a:extLst>
              </p14:cNvPr>
              <p14:cNvContentPartPr/>
              <p14:nvPr/>
            </p14:nvContentPartPr>
            <p14:xfrm>
              <a:off x="5422371" y="6080008"/>
              <a:ext cx="360" cy="360"/>
            </p14:xfrm>
          </p:contentPart>
        </mc:Choice>
        <mc:Fallback>
          <p:pic>
            <p:nvPicPr>
              <p:cNvPr id="69" name="Ink 68">
                <a:extLst>
                  <a:ext uri="{FF2B5EF4-FFF2-40B4-BE49-F238E27FC236}">
                    <a16:creationId xmlns:a16="http://schemas.microsoft.com/office/drawing/2014/main" id="{EA7D7DEB-16F6-4CF9-17AC-4F1D0586A28F}"/>
                  </a:ext>
                </a:extLst>
              </p:cNvPr>
              <p:cNvPicPr/>
              <p:nvPr/>
            </p:nvPicPr>
            <p:blipFill>
              <a:blip r:embed="rId11"/>
              <a:stretch>
                <a:fillRect/>
              </a:stretch>
            </p:blipFill>
            <p:spPr>
              <a:xfrm>
                <a:off x="5416251" y="607388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71" name="Ink 70">
                <a:extLst>
                  <a:ext uri="{FF2B5EF4-FFF2-40B4-BE49-F238E27FC236}">
                    <a16:creationId xmlns:a16="http://schemas.microsoft.com/office/drawing/2014/main" id="{C926220A-CF9A-99D6-F93D-13D9D89EEA67}"/>
                  </a:ext>
                </a:extLst>
              </p14:cNvPr>
              <p14:cNvContentPartPr/>
              <p14:nvPr/>
            </p14:nvContentPartPr>
            <p14:xfrm>
              <a:off x="5422011" y="4074448"/>
              <a:ext cx="626040" cy="2086200"/>
            </p14:xfrm>
          </p:contentPart>
        </mc:Choice>
        <mc:Fallback>
          <p:pic>
            <p:nvPicPr>
              <p:cNvPr id="71" name="Ink 70">
                <a:extLst>
                  <a:ext uri="{FF2B5EF4-FFF2-40B4-BE49-F238E27FC236}">
                    <a16:creationId xmlns:a16="http://schemas.microsoft.com/office/drawing/2014/main" id="{C926220A-CF9A-99D6-F93D-13D9D89EEA67}"/>
                  </a:ext>
                </a:extLst>
              </p:cNvPr>
              <p:cNvPicPr/>
              <p:nvPr/>
            </p:nvPicPr>
            <p:blipFill>
              <a:blip r:embed="rId42"/>
              <a:stretch>
                <a:fillRect/>
              </a:stretch>
            </p:blipFill>
            <p:spPr>
              <a:xfrm>
                <a:off x="5415891" y="4068328"/>
                <a:ext cx="638280" cy="20984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73" name="Ink 72">
                <a:extLst>
                  <a:ext uri="{FF2B5EF4-FFF2-40B4-BE49-F238E27FC236}">
                    <a16:creationId xmlns:a16="http://schemas.microsoft.com/office/drawing/2014/main" id="{2C6F09A4-5D0B-A36B-DCB4-F3CA5DF9964E}"/>
                  </a:ext>
                </a:extLst>
              </p14:cNvPr>
              <p14:cNvContentPartPr/>
              <p14:nvPr/>
            </p14:nvContentPartPr>
            <p14:xfrm>
              <a:off x="5357931" y="4940968"/>
              <a:ext cx="465840" cy="720"/>
            </p14:xfrm>
          </p:contentPart>
        </mc:Choice>
        <mc:Fallback>
          <p:pic>
            <p:nvPicPr>
              <p:cNvPr id="73" name="Ink 72">
                <a:extLst>
                  <a:ext uri="{FF2B5EF4-FFF2-40B4-BE49-F238E27FC236}">
                    <a16:creationId xmlns:a16="http://schemas.microsoft.com/office/drawing/2014/main" id="{2C6F09A4-5D0B-A36B-DCB4-F3CA5DF9964E}"/>
                  </a:ext>
                </a:extLst>
              </p:cNvPr>
              <p:cNvPicPr/>
              <p:nvPr/>
            </p:nvPicPr>
            <p:blipFill>
              <a:blip r:embed="rId44"/>
              <a:stretch>
                <a:fillRect/>
              </a:stretch>
            </p:blipFill>
            <p:spPr>
              <a:xfrm>
                <a:off x="5351811" y="4928008"/>
                <a:ext cx="4780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75" name="Ink 74">
                <a:extLst>
                  <a:ext uri="{FF2B5EF4-FFF2-40B4-BE49-F238E27FC236}">
                    <a16:creationId xmlns:a16="http://schemas.microsoft.com/office/drawing/2014/main" id="{CA99E310-60D1-BA69-2358-82705A691E5A}"/>
                  </a:ext>
                </a:extLst>
              </p14:cNvPr>
              <p14:cNvContentPartPr/>
              <p14:nvPr/>
            </p14:nvContentPartPr>
            <p14:xfrm>
              <a:off x="5406171" y="5020888"/>
              <a:ext cx="625680" cy="722160"/>
            </p14:xfrm>
          </p:contentPart>
        </mc:Choice>
        <mc:Fallback>
          <p:pic>
            <p:nvPicPr>
              <p:cNvPr id="75" name="Ink 74">
                <a:extLst>
                  <a:ext uri="{FF2B5EF4-FFF2-40B4-BE49-F238E27FC236}">
                    <a16:creationId xmlns:a16="http://schemas.microsoft.com/office/drawing/2014/main" id="{CA99E310-60D1-BA69-2358-82705A691E5A}"/>
                  </a:ext>
                </a:extLst>
              </p:cNvPr>
              <p:cNvPicPr/>
              <p:nvPr/>
            </p:nvPicPr>
            <p:blipFill>
              <a:blip r:embed="rId46"/>
              <a:stretch>
                <a:fillRect/>
              </a:stretch>
            </p:blipFill>
            <p:spPr>
              <a:xfrm>
                <a:off x="5400051" y="5014768"/>
                <a:ext cx="637920" cy="7344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77" name="Ink 76">
                <a:extLst>
                  <a:ext uri="{FF2B5EF4-FFF2-40B4-BE49-F238E27FC236}">
                    <a16:creationId xmlns:a16="http://schemas.microsoft.com/office/drawing/2014/main" id="{DC094CAE-FC60-5F3B-BE87-9FC1B7DD74D1}"/>
                  </a:ext>
                </a:extLst>
              </p14:cNvPr>
              <p14:cNvContentPartPr/>
              <p14:nvPr/>
            </p14:nvContentPartPr>
            <p14:xfrm>
              <a:off x="5373771" y="2742808"/>
              <a:ext cx="722880" cy="2166120"/>
            </p14:xfrm>
          </p:contentPart>
        </mc:Choice>
        <mc:Fallback>
          <p:pic>
            <p:nvPicPr>
              <p:cNvPr id="77" name="Ink 76">
                <a:extLst>
                  <a:ext uri="{FF2B5EF4-FFF2-40B4-BE49-F238E27FC236}">
                    <a16:creationId xmlns:a16="http://schemas.microsoft.com/office/drawing/2014/main" id="{DC094CAE-FC60-5F3B-BE87-9FC1B7DD74D1}"/>
                  </a:ext>
                </a:extLst>
              </p:cNvPr>
              <p:cNvPicPr/>
              <p:nvPr/>
            </p:nvPicPr>
            <p:blipFill>
              <a:blip r:embed="rId48"/>
              <a:stretch>
                <a:fillRect/>
              </a:stretch>
            </p:blipFill>
            <p:spPr>
              <a:xfrm>
                <a:off x="5367651" y="2736688"/>
                <a:ext cx="735120" cy="217836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79" name="Ink 78">
                <a:extLst>
                  <a:ext uri="{FF2B5EF4-FFF2-40B4-BE49-F238E27FC236}">
                    <a16:creationId xmlns:a16="http://schemas.microsoft.com/office/drawing/2014/main" id="{452D5F32-8269-BAAA-58EC-10A6B21DAC5A}"/>
                  </a:ext>
                </a:extLst>
              </p14:cNvPr>
              <p14:cNvContentPartPr/>
              <p14:nvPr/>
            </p14:nvContentPartPr>
            <p14:xfrm>
              <a:off x="5325891" y="3673768"/>
              <a:ext cx="641880" cy="75960"/>
            </p14:xfrm>
          </p:contentPart>
        </mc:Choice>
        <mc:Fallback>
          <p:pic>
            <p:nvPicPr>
              <p:cNvPr id="79" name="Ink 78">
                <a:extLst>
                  <a:ext uri="{FF2B5EF4-FFF2-40B4-BE49-F238E27FC236}">
                    <a16:creationId xmlns:a16="http://schemas.microsoft.com/office/drawing/2014/main" id="{452D5F32-8269-BAAA-58EC-10A6B21DAC5A}"/>
                  </a:ext>
                </a:extLst>
              </p:cNvPr>
              <p:cNvPicPr/>
              <p:nvPr/>
            </p:nvPicPr>
            <p:blipFill>
              <a:blip r:embed="rId50"/>
              <a:stretch>
                <a:fillRect/>
              </a:stretch>
            </p:blipFill>
            <p:spPr>
              <a:xfrm>
                <a:off x="5319771" y="3667288"/>
                <a:ext cx="65412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81" name="Ink 80">
                <a:extLst>
                  <a:ext uri="{FF2B5EF4-FFF2-40B4-BE49-F238E27FC236}">
                    <a16:creationId xmlns:a16="http://schemas.microsoft.com/office/drawing/2014/main" id="{3AE3FD34-D4AE-810A-DD18-1ED1E9EEDAA6}"/>
                  </a:ext>
                </a:extLst>
              </p14:cNvPr>
              <p14:cNvContentPartPr/>
              <p14:nvPr/>
            </p14:nvContentPartPr>
            <p14:xfrm>
              <a:off x="5310051" y="2679088"/>
              <a:ext cx="786240" cy="978840"/>
            </p14:xfrm>
          </p:contentPart>
        </mc:Choice>
        <mc:Fallback>
          <p:pic>
            <p:nvPicPr>
              <p:cNvPr id="81" name="Ink 80">
                <a:extLst>
                  <a:ext uri="{FF2B5EF4-FFF2-40B4-BE49-F238E27FC236}">
                    <a16:creationId xmlns:a16="http://schemas.microsoft.com/office/drawing/2014/main" id="{3AE3FD34-D4AE-810A-DD18-1ED1E9EEDAA6}"/>
                  </a:ext>
                </a:extLst>
              </p:cNvPr>
              <p:cNvPicPr/>
              <p:nvPr/>
            </p:nvPicPr>
            <p:blipFill>
              <a:blip r:embed="rId52"/>
              <a:stretch>
                <a:fillRect/>
              </a:stretch>
            </p:blipFill>
            <p:spPr>
              <a:xfrm>
                <a:off x="5303931" y="2672968"/>
                <a:ext cx="798480" cy="9910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82" name="Ink 81">
                <a:extLst>
                  <a:ext uri="{FF2B5EF4-FFF2-40B4-BE49-F238E27FC236}">
                    <a16:creationId xmlns:a16="http://schemas.microsoft.com/office/drawing/2014/main" id="{7ACC9946-5EEC-BBAA-0C4C-FB42EB21ECC0}"/>
                  </a:ext>
                </a:extLst>
              </p14:cNvPr>
              <p14:cNvContentPartPr/>
              <p14:nvPr/>
            </p14:nvContentPartPr>
            <p14:xfrm>
              <a:off x="6112131" y="2630848"/>
              <a:ext cx="360" cy="360"/>
            </p14:xfrm>
          </p:contentPart>
        </mc:Choice>
        <mc:Fallback>
          <p:pic>
            <p:nvPicPr>
              <p:cNvPr id="82" name="Ink 81">
                <a:extLst>
                  <a:ext uri="{FF2B5EF4-FFF2-40B4-BE49-F238E27FC236}">
                    <a16:creationId xmlns:a16="http://schemas.microsoft.com/office/drawing/2014/main" id="{7ACC9946-5EEC-BBAA-0C4C-FB42EB21ECC0}"/>
                  </a:ext>
                </a:extLst>
              </p:cNvPr>
              <p:cNvPicPr/>
              <p:nvPr/>
            </p:nvPicPr>
            <p:blipFill>
              <a:blip r:embed="rId11"/>
              <a:stretch>
                <a:fillRect/>
              </a:stretch>
            </p:blipFill>
            <p:spPr>
              <a:xfrm>
                <a:off x="6106011" y="262472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83" name="Ink 82">
                <a:extLst>
                  <a:ext uri="{FF2B5EF4-FFF2-40B4-BE49-F238E27FC236}">
                    <a16:creationId xmlns:a16="http://schemas.microsoft.com/office/drawing/2014/main" id="{EE6911C1-875D-4CBA-EBCE-94B0C912997C}"/>
                  </a:ext>
                </a:extLst>
              </p14:cNvPr>
              <p14:cNvContentPartPr/>
              <p14:nvPr/>
            </p14:nvContentPartPr>
            <p14:xfrm>
              <a:off x="6095931" y="2662528"/>
              <a:ext cx="360" cy="360"/>
            </p14:xfrm>
          </p:contentPart>
        </mc:Choice>
        <mc:Fallback>
          <p:pic>
            <p:nvPicPr>
              <p:cNvPr id="83" name="Ink 82">
                <a:extLst>
                  <a:ext uri="{FF2B5EF4-FFF2-40B4-BE49-F238E27FC236}">
                    <a16:creationId xmlns:a16="http://schemas.microsoft.com/office/drawing/2014/main" id="{EE6911C1-875D-4CBA-EBCE-94B0C912997C}"/>
                  </a:ext>
                </a:extLst>
              </p:cNvPr>
              <p:cNvPicPr/>
              <p:nvPr/>
            </p:nvPicPr>
            <p:blipFill>
              <a:blip r:embed="rId11"/>
              <a:stretch>
                <a:fillRect/>
              </a:stretch>
            </p:blipFill>
            <p:spPr>
              <a:xfrm>
                <a:off x="6089811" y="265640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89" name="Ink 88">
                <a:extLst>
                  <a:ext uri="{FF2B5EF4-FFF2-40B4-BE49-F238E27FC236}">
                    <a16:creationId xmlns:a16="http://schemas.microsoft.com/office/drawing/2014/main" id="{A9BACFE0-8557-3D3B-6FD4-C913475BE83C}"/>
                  </a:ext>
                </a:extLst>
              </p14:cNvPr>
              <p14:cNvContentPartPr/>
              <p14:nvPr/>
            </p14:nvContentPartPr>
            <p14:xfrm>
              <a:off x="5261811" y="3850168"/>
              <a:ext cx="360" cy="360"/>
            </p14:xfrm>
          </p:contentPart>
        </mc:Choice>
        <mc:Fallback>
          <p:pic>
            <p:nvPicPr>
              <p:cNvPr id="89" name="Ink 88">
                <a:extLst>
                  <a:ext uri="{FF2B5EF4-FFF2-40B4-BE49-F238E27FC236}">
                    <a16:creationId xmlns:a16="http://schemas.microsoft.com/office/drawing/2014/main" id="{A9BACFE0-8557-3D3B-6FD4-C913475BE83C}"/>
                  </a:ext>
                </a:extLst>
              </p:cNvPr>
              <p:cNvPicPr/>
              <p:nvPr/>
            </p:nvPicPr>
            <p:blipFill>
              <a:blip r:embed="rId11"/>
              <a:stretch>
                <a:fillRect/>
              </a:stretch>
            </p:blipFill>
            <p:spPr>
              <a:xfrm>
                <a:off x="5255331" y="384404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91" name="Ink 90">
                <a:extLst>
                  <a:ext uri="{FF2B5EF4-FFF2-40B4-BE49-F238E27FC236}">
                    <a16:creationId xmlns:a16="http://schemas.microsoft.com/office/drawing/2014/main" id="{059EB6D7-A72A-38A8-BF0D-461DA8668F99}"/>
                  </a:ext>
                </a:extLst>
              </p14:cNvPr>
              <p14:cNvContentPartPr/>
              <p14:nvPr/>
            </p14:nvContentPartPr>
            <p14:xfrm>
              <a:off x="5357931" y="3689608"/>
              <a:ext cx="738720" cy="898560"/>
            </p14:xfrm>
          </p:contentPart>
        </mc:Choice>
        <mc:Fallback>
          <p:pic>
            <p:nvPicPr>
              <p:cNvPr id="91" name="Ink 90">
                <a:extLst>
                  <a:ext uri="{FF2B5EF4-FFF2-40B4-BE49-F238E27FC236}">
                    <a16:creationId xmlns:a16="http://schemas.microsoft.com/office/drawing/2014/main" id="{059EB6D7-A72A-38A8-BF0D-461DA8668F99}"/>
                  </a:ext>
                </a:extLst>
              </p:cNvPr>
              <p:cNvPicPr/>
              <p:nvPr/>
            </p:nvPicPr>
            <p:blipFill>
              <a:blip r:embed="rId57"/>
              <a:stretch>
                <a:fillRect/>
              </a:stretch>
            </p:blipFill>
            <p:spPr>
              <a:xfrm>
                <a:off x="5351811" y="3683128"/>
                <a:ext cx="750960" cy="910800"/>
              </a:xfrm>
              <a:prstGeom prst="rect">
                <a:avLst/>
              </a:prstGeom>
            </p:spPr>
          </p:pic>
        </mc:Fallback>
      </mc:AlternateContent>
      <p:grpSp>
        <p:nvGrpSpPr>
          <p:cNvPr id="94" name="Group 93">
            <a:extLst>
              <a:ext uri="{FF2B5EF4-FFF2-40B4-BE49-F238E27FC236}">
                <a16:creationId xmlns:a16="http://schemas.microsoft.com/office/drawing/2014/main" id="{135ECBA9-D6F2-2B11-7185-B0E2ECA5EF2C}"/>
              </a:ext>
            </a:extLst>
          </p:cNvPr>
          <p:cNvGrpSpPr/>
          <p:nvPr/>
        </p:nvGrpSpPr>
        <p:grpSpPr>
          <a:xfrm>
            <a:off x="6112131" y="4604368"/>
            <a:ext cx="360" cy="360"/>
            <a:chOff x="6112131" y="4604368"/>
            <a:chExt cx="360" cy="360"/>
          </a:xfrm>
        </p:grpSpPr>
        <mc:AlternateContent xmlns:mc="http://schemas.openxmlformats.org/markup-compatibility/2006">
          <mc:Choice xmlns:p14="http://schemas.microsoft.com/office/powerpoint/2010/main" Requires="p14">
            <p:contentPart p14:bwMode="auto" r:id="rId58">
              <p14:nvContentPartPr>
                <p14:cNvPr id="92" name="Ink 91">
                  <a:extLst>
                    <a:ext uri="{FF2B5EF4-FFF2-40B4-BE49-F238E27FC236}">
                      <a16:creationId xmlns:a16="http://schemas.microsoft.com/office/drawing/2014/main" id="{EFD06163-FC21-021F-D242-CA9C1DD569E7}"/>
                    </a:ext>
                  </a:extLst>
                </p14:cNvPr>
                <p14:cNvContentPartPr/>
                <p14:nvPr/>
              </p14:nvContentPartPr>
              <p14:xfrm>
                <a:off x="6112131" y="4604368"/>
                <a:ext cx="360" cy="360"/>
              </p14:xfrm>
            </p:contentPart>
          </mc:Choice>
          <mc:Fallback>
            <p:pic>
              <p:nvPicPr>
                <p:cNvPr id="92" name="Ink 91">
                  <a:extLst>
                    <a:ext uri="{FF2B5EF4-FFF2-40B4-BE49-F238E27FC236}">
                      <a16:creationId xmlns:a16="http://schemas.microsoft.com/office/drawing/2014/main" id="{EFD06163-FC21-021F-D242-CA9C1DD569E7}"/>
                    </a:ext>
                  </a:extLst>
                </p:cNvPr>
                <p:cNvPicPr/>
                <p:nvPr/>
              </p:nvPicPr>
              <p:blipFill>
                <a:blip r:embed="rId11"/>
                <a:stretch>
                  <a:fillRect/>
                </a:stretch>
              </p:blipFill>
              <p:spPr>
                <a:xfrm>
                  <a:off x="6106011" y="459824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93" name="Ink 92">
                  <a:extLst>
                    <a:ext uri="{FF2B5EF4-FFF2-40B4-BE49-F238E27FC236}">
                      <a16:creationId xmlns:a16="http://schemas.microsoft.com/office/drawing/2014/main" id="{92F1210F-1F2F-707F-0B92-45EE679BF014}"/>
                    </a:ext>
                  </a:extLst>
                </p14:cNvPr>
                <p14:cNvContentPartPr/>
                <p14:nvPr/>
              </p14:nvContentPartPr>
              <p14:xfrm>
                <a:off x="6112131" y="4604368"/>
                <a:ext cx="360" cy="360"/>
              </p14:xfrm>
            </p:contentPart>
          </mc:Choice>
          <mc:Fallback>
            <p:pic>
              <p:nvPicPr>
                <p:cNvPr id="93" name="Ink 92">
                  <a:extLst>
                    <a:ext uri="{FF2B5EF4-FFF2-40B4-BE49-F238E27FC236}">
                      <a16:creationId xmlns:a16="http://schemas.microsoft.com/office/drawing/2014/main" id="{92F1210F-1F2F-707F-0B92-45EE679BF014}"/>
                    </a:ext>
                  </a:extLst>
                </p:cNvPr>
                <p:cNvPicPr/>
                <p:nvPr/>
              </p:nvPicPr>
              <p:blipFill>
                <a:blip r:embed="rId11"/>
                <a:stretch>
                  <a:fillRect/>
                </a:stretch>
              </p:blipFill>
              <p:spPr>
                <a:xfrm>
                  <a:off x="6106011" y="4598248"/>
                  <a:ext cx="12600" cy="12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0">
            <p14:nvContentPartPr>
              <p14:cNvPr id="95" name="Ink 94">
                <a:extLst>
                  <a:ext uri="{FF2B5EF4-FFF2-40B4-BE49-F238E27FC236}">
                    <a16:creationId xmlns:a16="http://schemas.microsoft.com/office/drawing/2014/main" id="{0B5FCC29-BEED-8F7D-DF75-E8A0439CDC67}"/>
                  </a:ext>
                </a:extLst>
              </p14:cNvPr>
              <p14:cNvContentPartPr/>
              <p14:nvPr/>
            </p14:nvContentPartPr>
            <p14:xfrm>
              <a:off x="5325891" y="2229808"/>
              <a:ext cx="360" cy="360"/>
            </p14:xfrm>
          </p:contentPart>
        </mc:Choice>
        <mc:Fallback>
          <p:pic>
            <p:nvPicPr>
              <p:cNvPr id="95" name="Ink 94">
                <a:extLst>
                  <a:ext uri="{FF2B5EF4-FFF2-40B4-BE49-F238E27FC236}">
                    <a16:creationId xmlns:a16="http://schemas.microsoft.com/office/drawing/2014/main" id="{0B5FCC29-BEED-8F7D-DF75-E8A0439CDC67}"/>
                  </a:ext>
                </a:extLst>
              </p:cNvPr>
              <p:cNvPicPr/>
              <p:nvPr/>
            </p:nvPicPr>
            <p:blipFill>
              <a:blip r:embed="rId11"/>
              <a:stretch>
                <a:fillRect/>
              </a:stretch>
            </p:blipFill>
            <p:spPr>
              <a:xfrm>
                <a:off x="5319771" y="222368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98" name="Ink 97">
                <a:extLst>
                  <a:ext uri="{FF2B5EF4-FFF2-40B4-BE49-F238E27FC236}">
                    <a16:creationId xmlns:a16="http://schemas.microsoft.com/office/drawing/2014/main" id="{F717441A-6BC2-C758-55CA-237D47E144A4}"/>
                  </a:ext>
                </a:extLst>
              </p14:cNvPr>
              <p14:cNvContentPartPr/>
              <p14:nvPr/>
            </p14:nvContentPartPr>
            <p14:xfrm>
              <a:off x="5261811" y="2294248"/>
              <a:ext cx="722520" cy="720"/>
            </p14:xfrm>
          </p:contentPart>
        </mc:Choice>
        <mc:Fallback>
          <p:pic>
            <p:nvPicPr>
              <p:cNvPr id="98" name="Ink 97">
                <a:extLst>
                  <a:ext uri="{FF2B5EF4-FFF2-40B4-BE49-F238E27FC236}">
                    <a16:creationId xmlns:a16="http://schemas.microsoft.com/office/drawing/2014/main" id="{F717441A-6BC2-C758-55CA-237D47E144A4}"/>
                  </a:ext>
                </a:extLst>
              </p:cNvPr>
              <p:cNvPicPr/>
              <p:nvPr/>
            </p:nvPicPr>
            <p:blipFill>
              <a:blip r:embed="rId62"/>
              <a:stretch>
                <a:fillRect/>
              </a:stretch>
            </p:blipFill>
            <p:spPr>
              <a:xfrm>
                <a:off x="5255331" y="2281288"/>
                <a:ext cx="7347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99" name="Ink 98">
                <a:extLst>
                  <a:ext uri="{FF2B5EF4-FFF2-40B4-BE49-F238E27FC236}">
                    <a16:creationId xmlns:a16="http://schemas.microsoft.com/office/drawing/2014/main" id="{F2178727-ACC5-BFD1-F8B6-BD5954FBBA1F}"/>
                  </a:ext>
                </a:extLst>
              </p14:cNvPr>
              <p14:cNvContentPartPr/>
              <p14:nvPr/>
            </p14:nvContentPartPr>
            <p14:xfrm>
              <a:off x="5935371" y="2245648"/>
              <a:ext cx="360" cy="360"/>
            </p14:xfrm>
          </p:contentPart>
        </mc:Choice>
        <mc:Fallback>
          <p:pic>
            <p:nvPicPr>
              <p:cNvPr id="99" name="Ink 98">
                <a:extLst>
                  <a:ext uri="{FF2B5EF4-FFF2-40B4-BE49-F238E27FC236}">
                    <a16:creationId xmlns:a16="http://schemas.microsoft.com/office/drawing/2014/main" id="{F2178727-ACC5-BFD1-F8B6-BD5954FBBA1F}"/>
                  </a:ext>
                </a:extLst>
              </p:cNvPr>
              <p:cNvPicPr/>
              <p:nvPr/>
            </p:nvPicPr>
            <p:blipFill>
              <a:blip r:embed="rId11"/>
              <a:stretch>
                <a:fillRect/>
              </a:stretch>
            </p:blipFill>
            <p:spPr>
              <a:xfrm>
                <a:off x="5929251" y="223952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01" name="Ink 100">
                <a:extLst>
                  <a:ext uri="{FF2B5EF4-FFF2-40B4-BE49-F238E27FC236}">
                    <a16:creationId xmlns:a16="http://schemas.microsoft.com/office/drawing/2014/main" id="{38BB9D4C-E540-2AAB-B501-C0DF70CAB4AD}"/>
                  </a:ext>
                </a:extLst>
              </p14:cNvPr>
              <p14:cNvContentPartPr/>
              <p14:nvPr/>
            </p14:nvContentPartPr>
            <p14:xfrm>
              <a:off x="5293491" y="2310088"/>
              <a:ext cx="819000" cy="1059480"/>
            </p14:xfrm>
          </p:contentPart>
        </mc:Choice>
        <mc:Fallback>
          <p:pic>
            <p:nvPicPr>
              <p:cNvPr id="101" name="Ink 100">
                <a:extLst>
                  <a:ext uri="{FF2B5EF4-FFF2-40B4-BE49-F238E27FC236}">
                    <a16:creationId xmlns:a16="http://schemas.microsoft.com/office/drawing/2014/main" id="{38BB9D4C-E540-2AAB-B501-C0DF70CAB4AD}"/>
                  </a:ext>
                </a:extLst>
              </p:cNvPr>
              <p:cNvPicPr/>
              <p:nvPr/>
            </p:nvPicPr>
            <p:blipFill>
              <a:blip r:embed="rId65"/>
              <a:stretch>
                <a:fillRect/>
              </a:stretch>
            </p:blipFill>
            <p:spPr>
              <a:xfrm>
                <a:off x="5287011" y="2303608"/>
                <a:ext cx="831240" cy="10717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02" name="Ink 101">
                <a:extLst>
                  <a:ext uri="{FF2B5EF4-FFF2-40B4-BE49-F238E27FC236}">
                    <a16:creationId xmlns:a16="http://schemas.microsoft.com/office/drawing/2014/main" id="{269C7918-0E16-3001-366B-1346E80D6A79}"/>
                  </a:ext>
                </a:extLst>
              </p14:cNvPr>
              <p14:cNvContentPartPr/>
              <p14:nvPr/>
            </p14:nvContentPartPr>
            <p14:xfrm>
              <a:off x="6112131" y="3353008"/>
              <a:ext cx="360" cy="360"/>
            </p14:xfrm>
          </p:contentPart>
        </mc:Choice>
        <mc:Fallback>
          <p:pic>
            <p:nvPicPr>
              <p:cNvPr id="102" name="Ink 101">
                <a:extLst>
                  <a:ext uri="{FF2B5EF4-FFF2-40B4-BE49-F238E27FC236}">
                    <a16:creationId xmlns:a16="http://schemas.microsoft.com/office/drawing/2014/main" id="{269C7918-0E16-3001-366B-1346E80D6A79}"/>
                  </a:ext>
                </a:extLst>
              </p:cNvPr>
              <p:cNvPicPr/>
              <p:nvPr/>
            </p:nvPicPr>
            <p:blipFill>
              <a:blip r:embed="rId11"/>
              <a:stretch>
                <a:fillRect/>
              </a:stretch>
            </p:blipFill>
            <p:spPr>
              <a:xfrm>
                <a:off x="6106011" y="334688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106" name="Ink 105">
                <a:extLst>
                  <a:ext uri="{FF2B5EF4-FFF2-40B4-BE49-F238E27FC236}">
                    <a16:creationId xmlns:a16="http://schemas.microsoft.com/office/drawing/2014/main" id="{AA9D5563-7A3D-569C-89C3-7C02BBE88848}"/>
                  </a:ext>
                </a:extLst>
              </p14:cNvPr>
              <p14:cNvContentPartPr/>
              <p14:nvPr/>
            </p14:nvContentPartPr>
            <p14:xfrm>
              <a:off x="5229771" y="2325928"/>
              <a:ext cx="914400" cy="2261880"/>
            </p14:xfrm>
          </p:contentPart>
        </mc:Choice>
        <mc:Fallback>
          <p:pic>
            <p:nvPicPr>
              <p:cNvPr id="106" name="Ink 105">
                <a:extLst>
                  <a:ext uri="{FF2B5EF4-FFF2-40B4-BE49-F238E27FC236}">
                    <a16:creationId xmlns:a16="http://schemas.microsoft.com/office/drawing/2014/main" id="{AA9D5563-7A3D-569C-89C3-7C02BBE88848}"/>
                  </a:ext>
                </a:extLst>
              </p:cNvPr>
              <p:cNvPicPr/>
              <p:nvPr/>
            </p:nvPicPr>
            <p:blipFill>
              <a:blip r:embed="rId68"/>
              <a:stretch>
                <a:fillRect/>
              </a:stretch>
            </p:blipFill>
            <p:spPr>
              <a:xfrm>
                <a:off x="5223651" y="2319808"/>
                <a:ext cx="926640" cy="227412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109" name="Ink 108">
                <a:extLst>
                  <a:ext uri="{FF2B5EF4-FFF2-40B4-BE49-F238E27FC236}">
                    <a16:creationId xmlns:a16="http://schemas.microsoft.com/office/drawing/2014/main" id="{242A816C-AF3E-C30F-4A98-26822E251DC6}"/>
                  </a:ext>
                </a:extLst>
              </p14:cNvPr>
              <p14:cNvContentPartPr/>
              <p14:nvPr/>
            </p14:nvContentPartPr>
            <p14:xfrm>
              <a:off x="6882171" y="5165248"/>
              <a:ext cx="1379520" cy="481680"/>
            </p14:xfrm>
          </p:contentPart>
        </mc:Choice>
        <mc:Fallback>
          <p:pic>
            <p:nvPicPr>
              <p:cNvPr id="109" name="Ink 108">
                <a:extLst>
                  <a:ext uri="{FF2B5EF4-FFF2-40B4-BE49-F238E27FC236}">
                    <a16:creationId xmlns:a16="http://schemas.microsoft.com/office/drawing/2014/main" id="{242A816C-AF3E-C30F-4A98-26822E251DC6}"/>
                  </a:ext>
                </a:extLst>
              </p:cNvPr>
              <p:cNvPicPr/>
              <p:nvPr/>
            </p:nvPicPr>
            <p:blipFill>
              <a:blip r:embed="rId70"/>
              <a:stretch>
                <a:fillRect/>
              </a:stretch>
            </p:blipFill>
            <p:spPr>
              <a:xfrm>
                <a:off x="6876051" y="5159128"/>
                <a:ext cx="1391760" cy="4939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111" name="Ink 110">
                <a:extLst>
                  <a:ext uri="{FF2B5EF4-FFF2-40B4-BE49-F238E27FC236}">
                    <a16:creationId xmlns:a16="http://schemas.microsoft.com/office/drawing/2014/main" id="{CE418B68-4B2F-0C47-54F8-868694F77A98}"/>
                  </a:ext>
                </a:extLst>
              </p14:cNvPr>
              <p14:cNvContentPartPr/>
              <p14:nvPr/>
            </p14:nvContentPartPr>
            <p14:xfrm>
              <a:off x="6769491" y="4042768"/>
              <a:ext cx="1379880" cy="898560"/>
            </p14:xfrm>
          </p:contentPart>
        </mc:Choice>
        <mc:Fallback>
          <p:pic>
            <p:nvPicPr>
              <p:cNvPr id="111" name="Ink 110">
                <a:extLst>
                  <a:ext uri="{FF2B5EF4-FFF2-40B4-BE49-F238E27FC236}">
                    <a16:creationId xmlns:a16="http://schemas.microsoft.com/office/drawing/2014/main" id="{CE418B68-4B2F-0C47-54F8-868694F77A98}"/>
                  </a:ext>
                </a:extLst>
              </p:cNvPr>
              <p:cNvPicPr/>
              <p:nvPr/>
            </p:nvPicPr>
            <p:blipFill>
              <a:blip r:embed="rId72"/>
              <a:stretch>
                <a:fillRect/>
              </a:stretch>
            </p:blipFill>
            <p:spPr>
              <a:xfrm>
                <a:off x="6763371" y="4036648"/>
                <a:ext cx="1392120" cy="91080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113" name="Ink 112">
                <a:extLst>
                  <a:ext uri="{FF2B5EF4-FFF2-40B4-BE49-F238E27FC236}">
                    <a16:creationId xmlns:a16="http://schemas.microsoft.com/office/drawing/2014/main" id="{D1D3050C-96DF-B965-7FA6-99D7D69EA455}"/>
                  </a:ext>
                </a:extLst>
              </p14:cNvPr>
              <p14:cNvContentPartPr/>
              <p14:nvPr/>
            </p14:nvContentPartPr>
            <p14:xfrm>
              <a:off x="6785691" y="2630848"/>
              <a:ext cx="1588320" cy="2278440"/>
            </p14:xfrm>
          </p:contentPart>
        </mc:Choice>
        <mc:Fallback>
          <p:pic>
            <p:nvPicPr>
              <p:cNvPr id="113" name="Ink 112">
                <a:extLst>
                  <a:ext uri="{FF2B5EF4-FFF2-40B4-BE49-F238E27FC236}">
                    <a16:creationId xmlns:a16="http://schemas.microsoft.com/office/drawing/2014/main" id="{D1D3050C-96DF-B965-7FA6-99D7D69EA455}"/>
                  </a:ext>
                </a:extLst>
              </p:cNvPr>
              <p:cNvPicPr/>
              <p:nvPr/>
            </p:nvPicPr>
            <p:blipFill>
              <a:blip r:embed="rId74"/>
              <a:stretch>
                <a:fillRect/>
              </a:stretch>
            </p:blipFill>
            <p:spPr>
              <a:xfrm>
                <a:off x="6779571" y="2624728"/>
                <a:ext cx="1600560" cy="22906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115" name="Ink 114">
                <a:extLst>
                  <a:ext uri="{FF2B5EF4-FFF2-40B4-BE49-F238E27FC236}">
                    <a16:creationId xmlns:a16="http://schemas.microsoft.com/office/drawing/2014/main" id="{53E1F21C-648B-F5C1-5437-CAE8B7C11259}"/>
                  </a:ext>
                </a:extLst>
              </p14:cNvPr>
              <p14:cNvContentPartPr/>
              <p14:nvPr/>
            </p14:nvContentPartPr>
            <p14:xfrm>
              <a:off x="6897651" y="3785728"/>
              <a:ext cx="1235880" cy="720"/>
            </p14:xfrm>
          </p:contentPart>
        </mc:Choice>
        <mc:Fallback>
          <p:pic>
            <p:nvPicPr>
              <p:cNvPr id="115" name="Ink 114">
                <a:extLst>
                  <a:ext uri="{FF2B5EF4-FFF2-40B4-BE49-F238E27FC236}">
                    <a16:creationId xmlns:a16="http://schemas.microsoft.com/office/drawing/2014/main" id="{53E1F21C-648B-F5C1-5437-CAE8B7C11259}"/>
                  </a:ext>
                </a:extLst>
              </p:cNvPr>
              <p:cNvPicPr/>
              <p:nvPr/>
            </p:nvPicPr>
            <p:blipFill>
              <a:blip r:embed="rId76"/>
              <a:stretch>
                <a:fillRect/>
              </a:stretch>
            </p:blipFill>
            <p:spPr>
              <a:xfrm>
                <a:off x="6891531" y="3773488"/>
                <a:ext cx="124812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117" name="Ink 116">
                <a:extLst>
                  <a:ext uri="{FF2B5EF4-FFF2-40B4-BE49-F238E27FC236}">
                    <a16:creationId xmlns:a16="http://schemas.microsoft.com/office/drawing/2014/main" id="{DA9F94EE-6232-A1F7-5B71-EDEBBC277524}"/>
                  </a:ext>
                </a:extLst>
              </p14:cNvPr>
              <p14:cNvContentPartPr/>
              <p14:nvPr/>
            </p14:nvContentPartPr>
            <p14:xfrm>
              <a:off x="6817371" y="3801568"/>
              <a:ext cx="1517400" cy="1517400"/>
            </p14:xfrm>
          </p:contentPart>
        </mc:Choice>
        <mc:Fallback>
          <p:pic>
            <p:nvPicPr>
              <p:cNvPr id="117" name="Ink 116">
                <a:extLst>
                  <a:ext uri="{FF2B5EF4-FFF2-40B4-BE49-F238E27FC236}">
                    <a16:creationId xmlns:a16="http://schemas.microsoft.com/office/drawing/2014/main" id="{DA9F94EE-6232-A1F7-5B71-EDEBBC277524}"/>
                  </a:ext>
                </a:extLst>
              </p:cNvPr>
              <p:cNvPicPr/>
              <p:nvPr/>
            </p:nvPicPr>
            <p:blipFill>
              <a:blip r:embed="rId78"/>
              <a:stretch>
                <a:fillRect/>
              </a:stretch>
            </p:blipFill>
            <p:spPr>
              <a:xfrm>
                <a:off x="6811251" y="3795448"/>
                <a:ext cx="1529640" cy="15296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119" name="Ink 118">
                <a:extLst>
                  <a:ext uri="{FF2B5EF4-FFF2-40B4-BE49-F238E27FC236}">
                    <a16:creationId xmlns:a16="http://schemas.microsoft.com/office/drawing/2014/main" id="{771B80E0-8AE4-052B-9EA5-9C7975814FBB}"/>
                  </a:ext>
                </a:extLst>
              </p14:cNvPr>
              <p14:cNvContentPartPr/>
              <p14:nvPr/>
            </p14:nvContentPartPr>
            <p14:xfrm>
              <a:off x="6833211" y="2518528"/>
              <a:ext cx="1557360" cy="1267560"/>
            </p14:xfrm>
          </p:contentPart>
        </mc:Choice>
        <mc:Fallback>
          <p:pic>
            <p:nvPicPr>
              <p:cNvPr id="119" name="Ink 118">
                <a:extLst>
                  <a:ext uri="{FF2B5EF4-FFF2-40B4-BE49-F238E27FC236}">
                    <a16:creationId xmlns:a16="http://schemas.microsoft.com/office/drawing/2014/main" id="{771B80E0-8AE4-052B-9EA5-9C7975814FBB}"/>
                  </a:ext>
                </a:extLst>
              </p:cNvPr>
              <p:cNvPicPr/>
              <p:nvPr/>
            </p:nvPicPr>
            <p:blipFill>
              <a:blip r:embed="rId80"/>
              <a:stretch>
                <a:fillRect/>
              </a:stretch>
            </p:blipFill>
            <p:spPr>
              <a:xfrm>
                <a:off x="6827091" y="2512408"/>
                <a:ext cx="1569600" cy="12798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120" name="Ink 119">
                <a:extLst>
                  <a:ext uri="{FF2B5EF4-FFF2-40B4-BE49-F238E27FC236}">
                    <a16:creationId xmlns:a16="http://schemas.microsoft.com/office/drawing/2014/main" id="{15916EC3-9FBE-03B1-5100-698684F40990}"/>
                  </a:ext>
                </a:extLst>
              </p14:cNvPr>
              <p14:cNvContentPartPr/>
              <p14:nvPr/>
            </p14:nvContentPartPr>
            <p14:xfrm>
              <a:off x="6769851" y="5999728"/>
              <a:ext cx="360" cy="360"/>
            </p14:xfrm>
          </p:contentPart>
        </mc:Choice>
        <mc:Fallback>
          <p:pic>
            <p:nvPicPr>
              <p:cNvPr id="120" name="Ink 119">
                <a:extLst>
                  <a:ext uri="{FF2B5EF4-FFF2-40B4-BE49-F238E27FC236}">
                    <a16:creationId xmlns:a16="http://schemas.microsoft.com/office/drawing/2014/main" id="{15916EC3-9FBE-03B1-5100-698684F40990}"/>
                  </a:ext>
                </a:extLst>
              </p:cNvPr>
              <p:cNvPicPr/>
              <p:nvPr/>
            </p:nvPicPr>
            <p:blipFill>
              <a:blip r:embed="rId11"/>
              <a:stretch>
                <a:fillRect/>
              </a:stretch>
            </p:blipFill>
            <p:spPr>
              <a:xfrm>
                <a:off x="6763731" y="599360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22" name="Ink 121">
                <a:extLst>
                  <a:ext uri="{FF2B5EF4-FFF2-40B4-BE49-F238E27FC236}">
                    <a16:creationId xmlns:a16="http://schemas.microsoft.com/office/drawing/2014/main" id="{50E3E554-5D5C-00B6-781A-9677777C9A6D}"/>
                  </a:ext>
                </a:extLst>
              </p14:cNvPr>
              <p14:cNvContentPartPr/>
              <p14:nvPr/>
            </p14:nvContentPartPr>
            <p14:xfrm>
              <a:off x="6657531" y="4435168"/>
              <a:ext cx="1676880" cy="1676880"/>
            </p14:xfrm>
          </p:contentPart>
        </mc:Choice>
        <mc:Fallback>
          <p:pic>
            <p:nvPicPr>
              <p:cNvPr id="122" name="Ink 121">
                <a:extLst>
                  <a:ext uri="{FF2B5EF4-FFF2-40B4-BE49-F238E27FC236}">
                    <a16:creationId xmlns:a16="http://schemas.microsoft.com/office/drawing/2014/main" id="{50E3E554-5D5C-00B6-781A-9677777C9A6D}"/>
                  </a:ext>
                </a:extLst>
              </p:cNvPr>
              <p:cNvPicPr/>
              <p:nvPr/>
            </p:nvPicPr>
            <p:blipFill>
              <a:blip r:embed="rId83"/>
              <a:stretch>
                <a:fillRect/>
              </a:stretch>
            </p:blipFill>
            <p:spPr>
              <a:xfrm>
                <a:off x="6651411" y="4429048"/>
                <a:ext cx="1689120" cy="16891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126" name="Ink 125">
                <a:extLst>
                  <a:ext uri="{FF2B5EF4-FFF2-40B4-BE49-F238E27FC236}">
                    <a16:creationId xmlns:a16="http://schemas.microsoft.com/office/drawing/2014/main" id="{1958B256-7AB1-C065-B897-0D911626B36C}"/>
                  </a:ext>
                </a:extLst>
              </p14:cNvPr>
              <p14:cNvContentPartPr/>
              <p14:nvPr/>
            </p14:nvContentPartPr>
            <p14:xfrm>
              <a:off x="6881811" y="1988968"/>
              <a:ext cx="1267560" cy="273240"/>
            </p14:xfrm>
          </p:contentPart>
        </mc:Choice>
        <mc:Fallback>
          <p:pic>
            <p:nvPicPr>
              <p:cNvPr id="126" name="Ink 125">
                <a:extLst>
                  <a:ext uri="{FF2B5EF4-FFF2-40B4-BE49-F238E27FC236}">
                    <a16:creationId xmlns:a16="http://schemas.microsoft.com/office/drawing/2014/main" id="{1958B256-7AB1-C065-B897-0D911626B36C}"/>
                  </a:ext>
                </a:extLst>
              </p:cNvPr>
              <p:cNvPicPr/>
              <p:nvPr/>
            </p:nvPicPr>
            <p:blipFill>
              <a:blip r:embed="rId85"/>
              <a:stretch>
                <a:fillRect/>
              </a:stretch>
            </p:blipFill>
            <p:spPr>
              <a:xfrm>
                <a:off x="6875691" y="1982848"/>
                <a:ext cx="1279800" cy="2854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129" name="Ink 128">
                <a:extLst>
                  <a:ext uri="{FF2B5EF4-FFF2-40B4-BE49-F238E27FC236}">
                    <a16:creationId xmlns:a16="http://schemas.microsoft.com/office/drawing/2014/main" id="{24EF5844-9A29-9125-5574-9D13EB2D6E60}"/>
                  </a:ext>
                </a:extLst>
              </p14:cNvPr>
              <p14:cNvContentPartPr/>
              <p14:nvPr/>
            </p14:nvContentPartPr>
            <p14:xfrm>
              <a:off x="6865971" y="2341768"/>
              <a:ext cx="1491840" cy="915120"/>
            </p14:xfrm>
          </p:contentPart>
        </mc:Choice>
        <mc:Fallback>
          <p:pic>
            <p:nvPicPr>
              <p:cNvPr id="129" name="Ink 128">
                <a:extLst>
                  <a:ext uri="{FF2B5EF4-FFF2-40B4-BE49-F238E27FC236}">
                    <a16:creationId xmlns:a16="http://schemas.microsoft.com/office/drawing/2014/main" id="{24EF5844-9A29-9125-5574-9D13EB2D6E60}"/>
                  </a:ext>
                </a:extLst>
              </p:cNvPr>
              <p:cNvPicPr/>
              <p:nvPr/>
            </p:nvPicPr>
            <p:blipFill>
              <a:blip r:embed="rId87"/>
              <a:stretch>
                <a:fillRect/>
              </a:stretch>
            </p:blipFill>
            <p:spPr>
              <a:xfrm>
                <a:off x="6859851" y="2335648"/>
                <a:ext cx="1504080" cy="9273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130" name="Ink 129">
                <a:extLst>
                  <a:ext uri="{FF2B5EF4-FFF2-40B4-BE49-F238E27FC236}">
                    <a16:creationId xmlns:a16="http://schemas.microsoft.com/office/drawing/2014/main" id="{2172476D-7198-692F-B20C-5D7B0A4AA1E8}"/>
                  </a:ext>
                </a:extLst>
              </p14:cNvPr>
              <p14:cNvContentPartPr/>
              <p14:nvPr/>
            </p14:nvContentPartPr>
            <p14:xfrm>
              <a:off x="6817731" y="2342128"/>
              <a:ext cx="360" cy="360"/>
            </p14:xfrm>
          </p:contentPart>
        </mc:Choice>
        <mc:Fallback>
          <p:pic>
            <p:nvPicPr>
              <p:cNvPr id="130" name="Ink 129">
                <a:extLst>
                  <a:ext uri="{FF2B5EF4-FFF2-40B4-BE49-F238E27FC236}">
                    <a16:creationId xmlns:a16="http://schemas.microsoft.com/office/drawing/2014/main" id="{2172476D-7198-692F-B20C-5D7B0A4AA1E8}"/>
                  </a:ext>
                </a:extLst>
              </p:cNvPr>
              <p:cNvPicPr/>
              <p:nvPr/>
            </p:nvPicPr>
            <p:blipFill>
              <a:blip r:embed="rId11"/>
              <a:stretch>
                <a:fillRect/>
              </a:stretch>
            </p:blipFill>
            <p:spPr>
              <a:xfrm>
                <a:off x="6811611" y="2336008"/>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132" name="Ink 131">
                <a:extLst>
                  <a:ext uri="{FF2B5EF4-FFF2-40B4-BE49-F238E27FC236}">
                    <a16:creationId xmlns:a16="http://schemas.microsoft.com/office/drawing/2014/main" id="{7EF9A11F-7F02-C977-5736-F75AC698267D}"/>
                  </a:ext>
                </a:extLst>
              </p14:cNvPr>
              <p14:cNvContentPartPr/>
              <p14:nvPr/>
            </p14:nvContentPartPr>
            <p14:xfrm>
              <a:off x="9961971" y="4523728"/>
              <a:ext cx="1573560" cy="720"/>
            </p14:xfrm>
          </p:contentPart>
        </mc:Choice>
        <mc:Fallback>
          <p:pic>
            <p:nvPicPr>
              <p:cNvPr id="132" name="Ink 131">
                <a:extLst>
                  <a:ext uri="{FF2B5EF4-FFF2-40B4-BE49-F238E27FC236}">
                    <a16:creationId xmlns:a16="http://schemas.microsoft.com/office/drawing/2014/main" id="{7EF9A11F-7F02-C977-5736-F75AC698267D}"/>
                  </a:ext>
                </a:extLst>
              </p:cNvPr>
              <p:cNvPicPr/>
              <p:nvPr/>
            </p:nvPicPr>
            <p:blipFill>
              <a:blip r:embed="rId90"/>
              <a:stretch>
                <a:fillRect/>
              </a:stretch>
            </p:blipFill>
            <p:spPr>
              <a:xfrm>
                <a:off x="9955851" y="4511488"/>
                <a:ext cx="1585800" cy="25200"/>
              </a:xfrm>
              <a:prstGeom prst="rect">
                <a:avLst/>
              </a:prstGeom>
            </p:spPr>
          </p:pic>
        </mc:Fallback>
      </mc:AlternateContent>
      <p:cxnSp>
        <p:nvCxnSpPr>
          <p:cNvPr id="134" name="Straight Arrow Connector 133">
            <a:extLst>
              <a:ext uri="{FF2B5EF4-FFF2-40B4-BE49-F238E27FC236}">
                <a16:creationId xmlns:a16="http://schemas.microsoft.com/office/drawing/2014/main" id="{71A1931D-F2B2-AD53-6CDA-942AD557FFC1}"/>
              </a:ext>
            </a:extLst>
          </p:cNvPr>
          <p:cNvCxnSpPr>
            <a:cxnSpLocks/>
          </p:cNvCxnSpPr>
          <p:nvPr/>
        </p:nvCxnSpPr>
        <p:spPr>
          <a:xfrm>
            <a:off x="10748751" y="4138888"/>
            <a:ext cx="78678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6F051674-FA8E-9BF1-E7DC-FC578685AB05}"/>
              </a:ext>
            </a:extLst>
          </p:cNvPr>
          <p:cNvCxnSpPr>
            <a:cxnSpLocks/>
          </p:cNvCxnSpPr>
          <p:nvPr/>
        </p:nvCxnSpPr>
        <p:spPr>
          <a:xfrm>
            <a:off x="786724" y="1187375"/>
            <a:ext cx="282312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5" name="Straight Connector 144">
            <a:extLst>
              <a:ext uri="{FF2B5EF4-FFF2-40B4-BE49-F238E27FC236}">
                <a16:creationId xmlns:a16="http://schemas.microsoft.com/office/drawing/2014/main" id="{44285E34-AE72-6394-A2B2-14DA451A4B66}"/>
              </a:ext>
            </a:extLst>
          </p:cNvPr>
          <p:cNvCxnSpPr>
            <a:cxnSpLocks/>
          </p:cNvCxnSpPr>
          <p:nvPr/>
        </p:nvCxnSpPr>
        <p:spPr>
          <a:xfrm>
            <a:off x="4287066" y="1172722"/>
            <a:ext cx="282312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66897879-3D7E-652B-695E-2B41A989776A}"/>
              </a:ext>
            </a:extLst>
          </p:cNvPr>
          <p:cNvCxnSpPr/>
          <p:nvPr/>
        </p:nvCxnSpPr>
        <p:spPr>
          <a:xfrm flipV="1">
            <a:off x="8229598" y="1150039"/>
            <a:ext cx="1932536" cy="27859"/>
          </a:xfrm>
          <a:prstGeom prst="line">
            <a:avLst/>
          </a:prstGeom>
        </p:spPr>
        <p:style>
          <a:lnRef idx="2">
            <a:schemeClr val="accent1"/>
          </a:lnRef>
          <a:fillRef idx="0">
            <a:schemeClr val="accent1"/>
          </a:fillRef>
          <a:effectRef idx="1">
            <a:schemeClr val="accent1"/>
          </a:effectRef>
          <a:fontRef idx="minor">
            <a:schemeClr val="tx1"/>
          </a:fontRef>
        </p:style>
      </p:cxnSp>
      <p:sp>
        <p:nvSpPr>
          <p:cNvPr id="148" name="TextBox 147">
            <a:extLst>
              <a:ext uri="{FF2B5EF4-FFF2-40B4-BE49-F238E27FC236}">
                <a16:creationId xmlns:a16="http://schemas.microsoft.com/office/drawing/2014/main" id="{3C375ECC-109B-E8B0-E237-38496BB2C921}"/>
              </a:ext>
            </a:extLst>
          </p:cNvPr>
          <p:cNvSpPr txBox="1"/>
          <p:nvPr/>
        </p:nvSpPr>
        <p:spPr>
          <a:xfrm>
            <a:off x="4486125" y="34931"/>
            <a:ext cx="3775565" cy="523220"/>
          </a:xfrm>
          <a:prstGeom prst="rect">
            <a:avLst/>
          </a:prstGeom>
          <a:noFill/>
        </p:spPr>
        <p:txBody>
          <a:bodyPr wrap="square" rtlCol="0">
            <a:spAutoFit/>
          </a:bodyPr>
          <a:lstStyle/>
          <a:p>
            <a:r>
              <a:rPr lang="en-US" sz="2800" dirty="0"/>
              <a:t>Neural Network </a:t>
            </a:r>
          </a:p>
        </p:txBody>
      </p:sp>
      <p:sp>
        <p:nvSpPr>
          <p:cNvPr id="151" name="TextBox 150">
            <a:extLst>
              <a:ext uri="{FF2B5EF4-FFF2-40B4-BE49-F238E27FC236}">
                <a16:creationId xmlns:a16="http://schemas.microsoft.com/office/drawing/2014/main" id="{84680FED-1CA2-B5B7-D4ED-061A123F1734}"/>
              </a:ext>
            </a:extLst>
          </p:cNvPr>
          <p:cNvSpPr txBox="1"/>
          <p:nvPr/>
        </p:nvSpPr>
        <p:spPr>
          <a:xfrm>
            <a:off x="10090299" y="3901552"/>
            <a:ext cx="889987" cy="646331"/>
          </a:xfrm>
          <a:prstGeom prst="rect">
            <a:avLst/>
          </a:prstGeom>
          <a:noFill/>
        </p:spPr>
        <p:txBody>
          <a:bodyPr wrap="none" rtlCol="0">
            <a:spAutoFit/>
          </a:bodyPr>
          <a:lstStyle/>
          <a:p>
            <a:r>
              <a:rPr lang="en-US" dirty="0"/>
              <a:t>Final</a:t>
            </a:r>
          </a:p>
          <a:p>
            <a:r>
              <a:rPr lang="en-US" dirty="0"/>
              <a:t>Output</a:t>
            </a:r>
          </a:p>
        </p:txBody>
      </p:sp>
      <p:sp>
        <p:nvSpPr>
          <p:cNvPr id="152" name="TextBox 151">
            <a:extLst>
              <a:ext uri="{FF2B5EF4-FFF2-40B4-BE49-F238E27FC236}">
                <a16:creationId xmlns:a16="http://schemas.microsoft.com/office/drawing/2014/main" id="{C6B3433F-2843-B6D6-F9A1-D70B68917CB9}"/>
              </a:ext>
            </a:extLst>
          </p:cNvPr>
          <p:cNvSpPr txBox="1"/>
          <p:nvPr/>
        </p:nvSpPr>
        <p:spPr>
          <a:xfrm>
            <a:off x="4695991" y="6585505"/>
            <a:ext cx="2153988" cy="369332"/>
          </a:xfrm>
          <a:prstGeom prst="rect">
            <a:avLst/>
          </a:prstGeom>
          <a:noFill/>
        </p:spPr>
        <p:txBody>
          <a:bodyPr wrap="none" rtlCol="0">
            <a:spAutoFit/>
          </a:bodyPr>
          <a:lstStyle/>
          <a:p>
            <a:r>
              <a:rPr lang="en-US" dirty="0"/>
              <a:t>Activation Function </a:t>
            </a:r>
          </a:p>
        </p:txBody>
      </p:sp>
      <p:sp>
        <p:nvSpPr>
          <p:cNvPr id="153" name="TextBox 152">
            <a:extLst>
              <a:ext uri="{FF2B5EF4-FFF2-40B4-BE49-F238E27FC236}">
                <a16:creationId xmlns:a16="http://schemas.microsoft.com/office/drawing/2014/main" id="{BB28D01A-5EB6-2BBD-5AC8-1FA24D9F05D6}"/>
              </a:ext>
            </a:extLst>
          </p:cNvPr>
          <p:cNvSpPr txBox="1"/>
          <p:nvPr/>
        </p:nvSpPr>
        <p:spPr>
          <a:xfrm>
            <a:off x="5202811" y="1490481"/>
            <a:ext cx="1032399" cy="369332"/>
          </a:xfrm>
          <a:prstGeom prst="rect">
            <a:avLst/>
          </a:prstGeom>
          <a:noFill/>
        </p:spPr>
        <p:txBody>
          <a:bodyPr wrap="none" rtlCol="0">
            <a:spAutoFit/>
          </a:bodyPr>
          <a:lstStyle/>
          <a:p>
            <a:r>
              <a:rPr lang="en-US" dirty="0"/>
              <a:t>Weights </a:t>
            </a:r>
          </a:p>
        </p:txBody>
      </p:sp>
      <p:cxnSp>
        <p:nvCxnSpPr>
          <p:cNvPr id="155" name="Straight Arrow Connector 154">
            <a:extLst>
              <a:ext uri="{FF2B5EF4-FFF2-40B4-BE49-F238E27FC236}">
                <a16:creationId xmlns:a16="http://schemas.microsoft.com/office/drawing/2014/main" id="{609C8B90-8C70-F0AF-F405-8F76381C0F42}"/>
              </a:ext>
            </a:extLst>
          </p:cNvPr>
          <p:cNvCxnSpPr/>
          <p:nvPr/>
        </p:nvCxnSpPr>
        <p:spPr>
          <a:xfrm flipV="1">
            <a:off x="160421" y="4571968"/>
            <a:ext cx="969059" cy="158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6" name="TextBox 155">
            <a:extLst>
              <a:ext uri="{FF2B5EF4-FFF2-40B4-BE49-F238E27FC236}">
                <a16:creationId xmlns:a16="http://schemas.microsoft.com/office/drawing/2014/main" id="{5DAE9B0E-E813-A4B4-219D-AC785F72488B}"/>
              </a:ext>
            </a:extLst>
          </p:cNvPr>
          <p:cNvSpPr txBox="1"/>
          <p:nvPr/>
        </p:nvSpPr>
        <p:spPr>
          <a:xfrm>
            <a:off x="356595" y="4294637"/>
            <a:ext cx="750526" cy="646331"/>
          </a:xfrm>
          <a:prstGeom prst="rect">
            <a:avLst/>
          </a:prstGeom>
          <a:noFill/>
        </p:spPr>
        <p:txBody>
          <a:bodyPr wrap="none" rtlCol="0">
            <a:spAutoFit/>
          </a:bodyPr>
          <a:lstStyle/>
          <a:p>
            <a:r>
              <a:rPr lang="en-US" dirty="0"/>
              <a:t>Input </a:t>
            </a:r>
          </a:p>
          <a:p>
            <a:r>
              <a:rPr lang="en-US" dirty="0"/>
              <a:t>Text </a:t>
            </a:r>
          </a:p>
        </p:txBody>
      </p:sp>
    </p:spTree>
    <p:extLst>
      <p:ext uri="{BB962C8B-B14F-4D97-AF65-F5344CB8AC3E}">
        <p14:creationId xmlns:p14="http://schemas.microsoft.com/office/powerpoint/2010/main" val="1935179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2DB9-A553-9D38-6121-5FD5C3CE5B68}"/>
              </a:ext>
            </a:extLst>
          </p:cNvPr>
          <p:cNvSpPr>
            <a:spLocks noGrp="1"/>
          </p:cNvSpPr>
          <p:nvPr>
            <p:ph type="title"/>
          </p:nvPr>
        </p:nvSpPr>
        <p:spPr/>
        <p:txBody>
          <a:bodyPr/>
          <a:lstStyle/>
          <a:p>
            <a:r>
              <a:rPr lang="en-US" b="1" dirty="0"/>
              <a:t>Summary:</a:t>
            </a:r>
          </a:p>
        </p:txBody>
      </p:sp>
      <p:sp>
        <p:nvSpPr>
          <p:cNvPr id="3" name="Content Placeholder 2">
            <a:extLst>
              <a:ext uri="{FF2B5EF4-FFF2-40B4-BE49-F238E27FC236}">
                <a16:creationId xmlns:a16="http://schemas.microsoft.com/office/drawing/2014/main" id="{61C7C4A8-ECED-ABE9-D923-F3EC9514CD8C}"/>
              </a:ext>
            </a:extLst>
          </p:cNvPr>
          <p:cNvSpPr>
            <a:spLocks noGrp="1"/>
          </p:cNvSpPr>
          <p:nvPr>
            <p:ph idx="1"/>
          </p:nvPr>
        </p:nvSpPr>
        <p:spPr>
          <a:xfrm>
            <a:off x="1638300" y="1588169"/>
            <a:ext cx="8915400" cy="4100290"/>
          </a:xfrm>
        </p:spPr>
        <p:txBody>
          <a:bodyPr>
            <a:noAutofit/>
          </a:bodyPr>
          <a:lstStyle/>
          <a:p>
            <a:r>
              <a:rPr lang="en-US" sz="1600" dirty="0"/>
              <a:t>Neural networks are complex and can be hard to comprehend, which is why I believe that visualizations are a necessity. Neural networks use mathematical methods to make decisions or predictions. Having a visual representation of a neural network makes the architecture easier to understand. A visualization allows one to see how data flows through the network—from the input layer, to the hidden activation layers, and finally to the output layer. Visualization makes neural networks more comprehensible.</a:t>
            </a:r>
          </a:p>
          <a:p>
            <a:r>
              <a:rPr lang="en-US" sz="1600" dirty="0"/>
              <a:t>Visualization can also be used to improve a model’s performance by exposing issues we may overlook, such as overfitting or underfitting patterns, as well as vanishing or exploding gradients.</a:t>
            </a:r>
          </a:p>
          <a:p>
            <a:r>
              <a:rPr lang="en-US" sz="1600" dirty="0"/>
              <a:t>The key insights that I have obtained from this module are the following:</a:t>
            </a:r>
          </a:p>
          <a:p>
            <a:r>
              <a:rPr lang="en-US" sz="1600" dirty="0"/>
              <a:t>I have a better understanding of neural network architecture, the components of a neural network, and how those components operate. An example of this is that I now understand that a neural network has an input layer made up of nodes, may have one or more hidden layers that use activation functions, and an output layer that also contains nodes. In the model, there are weights between the nodes that determine how much influence each weight has on the output.</a:t>
            </a:r>
          </a:p>
          <a:p>
            <a:r>
              <a:rPr lang="en-US" sz="1600" dirty="0"/>
              <a:t>Overall, I have a better understanding of neural network architecture.</a:t>
            </a:r>
          </a:p>
        </p:txBody>
      </p:sp>
    </p:spTree>
    <p:extLst>
      <p:ext uri="{BB962C8B-B14F-4D97-AF65-F5344CB8AC3E}">
        <p14:creationId xmlns:p14="http://schemas.microsoft.com/office/powerpoint/2010/main" val="261207649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84</TotalTime>
  <Words>738</Words>
  <Application>Microsoft Office PowerPoint</Application>
  <PresentationFormat>Widescreen</PresentationFormat>
  <Paragraphs>56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Century Gothic</vt:lpstr>
      <vt:lpstr>Wingdings 3</vt:lpstr>
      <vt:lpstr>Wisp</vt:lpstr>
      <vt:lpstr>Neural Network   </vt:lpstr>
      <vt:lpstr>Layers: </vt:lpstr>
      <vt:lpstr>Neurons: </vt:lpstr>
      <vt:lpstr>Weight:</vt:lpstr>
      <vt:lpstr>Activation Functions: </vt:lpstr>
      <vt:lpstr>Loss Function:</vt:lpstr>
      <vt:lpstr>Optimization Algorithms: </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Torey Akers</dc:creator>
  <cp:lastModifiedBy>Torey Akers</cp:lastModifiedBy>
  <cp:revision>1</cp:revision>
  <dcterms:created xsi:type="dcterms:W3CDTF">2026-04-29T03:25:48Z</dcterms:created>
  <dcterms:modified xsi:type="dcterms:W3CDTF">2026-04-29T04:50:34Z</dcterms:modified>
</cp:coreProperties>
</file>